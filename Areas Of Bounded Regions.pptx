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7" r:id="rId2"/>
    <p:sldId id="258" r:id="rId3"/>
    <p:sldId id="260" r:id="rId4"/>
    <p:sldId id="261" r:id="rId5"/>
    <p:sldId id="262" r:id="rId6"/>
    <p:sldId id="267" r:id="rId7"/>
    <p:sldId id="315" r:id="rId8"/>
    <p:sldId id="318" r:id="rId9"/>
    <p:sldId id="319" r:id="rId10"/>
    <p:sldId id="276" r:id="rId11"/>
    <p:sldId id="321" r:id="rId12"/>
    <p:sldId id="320" r:id="rId13"/>
    <p:sldId id="322" r:id="rId14"/>
    <p:sldId id="323" r:id="rId15"/>
    <p:sldId id="324" r:id="rId16"/>
    <p:sldId id="325" r:id="rId17"/>
    <p:sldId id="32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7578D5-1B19-44AA-A5BD-1D65F2F935E7}" v="14" dt="2026-10-25T23:50:18.6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shant Kumar" userId="9e84a2235a1e5b9a" providerId="LiveId" clId="{DBA285B6-6957-4F1B-AEF2-80C5BCEAD067}"/>
    <pc:docChg chg="modSld modMainMaster">
      <pc:chgData name="Ishant Kumar" userId="9e84a2235a1e5b9a" providerId="LiveId" clId="{DBA285B6-6957-4F1B-AEF2-80C5BCEAD067}" dt="2026-10-25T23:50:18.643" v="70" actId="20577"/>
      <pc:docMkLst>
        <pc:docMk/>
      </pc:docMkLst>
      <pc:sldChg chg="addSp modSp mod modAnim">
        <pc:chgData name="Ishant Kumar" userId="9e84a2235a1e5b9a" providerId="LiveId" clId="{DBA285B6-6957-4F1B-AEF2-80C5BCEAD067}" dt="2026-10-25T23:47:07.718" v="63"/>
        <pc:sldMkLst>
          <pc:docMk/>
          <pc:sldMk cId="0" sldId="257"/>
        </pc:sldMkLst>
        <pc:spChg chg="add mod">
          <ac:chgData name="Ishant Kumar" userId="9e84a2235a1e5b9a" providerId="LiveId" clId="{DBA285B6-6957-4F1B-AEF2-80C5BCEAD067}" dt="2026-10-25T23:46:39.149" v="59" actId="122"/>
          <ac:spMkLst>
            <pc:docMk/>
            <pc:sldMk cId="0" sldId="257"/>
            <ac:spMk id="3" creationId="{396B04EA-33FE-E3CC-5E0E-9AD86443A3EE}"/>
          </ac:spMkLst>
        </pc:spChg>
        <pc:spChg chg="mod">
          <ac:chgData name="Ishant Kumar" userId="9e84a2235a1e5b9a" providerId="LiveId" clId="{DBA285B6-6957-4F1B-AEF2-80C5BCEAD067}" dt="2026-10-25T23:46:39.149" v="59" actId="122"/>
          <ac:spMkLst>
            <pc:docMk/>
            <pc:sldMk cId="0" sldId="257"/>
            <ac:spMk id="2943" creationId="{00000000-0000-0000-0000-000000000000}"/>
          </ac:spMkLst>
        </pc:spChg>
        <pc:spChg chg="mod">
          <ac:chgData name="Ishant Kumar" userId="9e84a2235a1e5b9a" providerId="LiveId" clId="{DBA285B6-6957-4F1B-AEF2-80C5BCEAD067}" dt="2026-10-25T23:46:39.149" v="59" actId="122"/>
          <ac:spMkLst>
            <pc:docMk/>
            <pc:sldMk cId="0" sldId="257"/>
            <ac:spMk id="2944" creationId="{00000000-0000-0000-0000-000000000000}"/>
          </ac:spMkLst>
        </pc:spChg>
        <pc:spChg chg="mod">
          <ac:chgData name="Ishant Kumar" userId="9e84a2235a1e5b9a" providerId="LiveId" clId="{DBA285B6-6957-4F1B-AEF2-80C5BCEAD067}" dt="2026-10-25T23:46:39.149" v="59" actId="122"/>
          <ac:spMkLst>
            <pc:docMk/>
            <pc:sldMk cId="0" sldId="257"/>
            <ac:spMk id="2948" creationId="{00000000-0000-0000-0000-000000000000}"/>
          </ac:spMkLst>
        </pc:spChg>
        <pc:picChg chg="add mod">
          <ac:chgData name="Ishant Kumar" userId="9e84a2235a1e5b9a" providerId="LiveId" clId="{DBA285B6-6957-4F1B-AEF2-80C5BCEAD067}" dt="2026-10-25T23:46:24.201" v="54" actId="1076"/>
          <ac:picMkLst>
            <pc:docMk/>
            <pc:sldMk cId="0" sldId="257"/>
            <ac:picMk id="2" creationId="{D52382FB-91CF-4B0F-9B24-977798ADED9B}"/>
          </ac:picMkLst>
        </pc:picChg>
      </pc:sldChg>
      <pc:sldChg chg="modSp">
        <pc:chgData name="Ishant Kumar" userId="9e84a2235a1e5b9a" providerId="LiveId" clId="{DBA285B6-6957-4F1B-AEF2-80C5BCEAD067}" dt="2026-10-25T23:48:56.583" v="65"/>
        <pc:sldMkLst>
          <pc:docMk/>
          <pc:sldMk cId="0" sldId="258"/>
        </pc:sldMkLst>
        <pc:spChg chg="mod">
          <ac:chgData name="Ishant Kumar" userId="9e84a2235a1e5b9a" providerId="LiveId" clId="{DBA285B6-6957-4F1B-AEF2-80C5BCEAD067}" dt="2026-10-25T23:48:56.583" v="65"/>
          <ac:spMkLst>
            <pc:docMk/>
            <pc:sldMk cId="0" sldId="258"/>
            <ac:spMk id="6" creationId="{7B5B202C-AE7B-1627-706B-9ECDB212CDEB}"/>
          </ac:spMkLst>
        </pc:spChg>
        <pc:spChg chg="mod">
          <ac:chgData name="Ishant Kumar" userId="9e84a2235a1e5b9a" providerId="LiveId" clId="{DBA285B6-6957-4F1B-AEF2-80C5BCEAD067}" dt="2026-10-25T23:48:56.583" v="65"/>
          <ac:spMkLst>
            <pc:docMk/>
            <pc:sldMk cId="0" sldId="258"/>
            <ac:spMk id="10" creationId="{88B01B92-F6D1-1DBE-39BC-F9FC7D19C923}"/>
          </ac:spMkLst>
        </pc:spChg>
        <pc:spChg chg="mod">
          <ac:chgData name="Ishant Kumar" userId="9e84a2235a1e5b9a" providerId="LiveId" clId="{DBA285B6-6957-4F1B-AEF2-80C5BCEAD067}" dt="2026-10-25T23:48:56.583" v="65"/>
          <ac:spMkLst>
            <pc:docMk/>
            <pc:sldMk cId="0" sldId="258"/>
            <ac:spMk id="14" creationId="{DC097E87-C9C6-E46D-A6AD-D6FC8AE4CB9C}"/>
          </ac:spMkLst>
        </pc:spChg>
        <pc:spChg chg="mod">
          <ac:chgData name="Ishant Kumar" userId="9e84a2235a1e5b9a" providerId="LiveId" clId="{DBA285B6-6957-4F1B-AEF2-80C5BCEAD067}" dt="2026-10-25T23:48:56.583" v="65"/>
          <ac:spMkLst>
            <pc:docMk/>
            <pc:sldMk cId="0" sldId="258"/>
            <ac:spMk id="22" creationId="{C9C6859A-28C2-F230-925F-4459790D5047}"/>
          </ac:spMkLst>
        </pc:spChg>
      </pc:sldChg>
      <pc:sldChg chg="modSp">
        <pc:chgData name="Ishant Kumar" userId="9e84a2235a1e5b9a" providerId="LiveId" clId="{DBA285B6-6957-4F1B-AEF2-80C5BCEAD067}" dt="2026-10-25T23:48:56.583" v="65"/>
        <pc:sldMkLst>
          <pc:docMk/>
          <pc:sldMk cId="0" sldId="260"/>
        </pc:sldMkLst>
        <pc:spChg chg="mod">
          <ac:chgData name="Ishant Kumar" userId="9e84a2235a1e5b9a" providerId="LiveId" clId="{DBA285B6-6957-4F1B-AEF2-80C5BCEAD067}" dt="2026-10-25T23:48:56.583" v="65"/>
          <ac:spMkLst>
            <pc:docMk/>
            <pc:sldMk cId="0" sldId="260"/>
            <ac:spMk id="2992" creationId="{00000000-0000-0000-0000-000000000000}"/>
          </ac:spMkLst>
        </pc:spChg>
      </pc:sldChg>
      <pc:sldChg chg="modSp">
        <pc:chgData name="Ishant Kumar" userId="9e84a2235a1e5b9a" providerId="LiveId" clId="{DBA285B6-6957-4F1B-AEF2-80C5BCEAD067}" dt="2026-10-25T23:49:27.375" v="66" actId="207"/>
        <pc:sldMkLst>
          <pc:docMk/>
          <pc:sldMk cId="0" sldId="261"/>
        </pc:sldMkLst>
        <pc:spChg chg="mod">
          <ac:chgData name="Ishant Kumar" userId="9e84a2235a1e5b9a" providerId="LiveId" clId="{DBA285B6-6957-4F1B-AEF2-80C5BCEAD067}" dt="2026-10-25T23:49:27.375" v="66" actId="207"/>
          <ac:spMkLst>
            <pc:docMk/>
            <pc:sldMk cId="0" sldId="261"/>
            <ac:spMk id="2" creationId="{6140E1B6-8DBE-F204-FB08-9882889763C7}"/>
          </ac:spMkLst>
        </pc:spChg>
      </pc:sldChg>
      <pc:sldChg chg="modSp">
        <pc:chgData name="Ishant Kumar" userId="9e84a2235a1e5b9a" providerId="LiveId" clId="{DBA285B6-6957-4F1B-AEF2-80C5BCEAD067}" dt="2026-10-25T23:48:56.583" v="65"/>
        <pc:sldMkLst>
          <pc:docMk/>
          <pc:sldMk cId="0" sldId="267"/>
        </pc:sldMkLst>
        <pc:spChg chg="mod">
          <ac:chgData name="Ishant Kumar" userId="9e84a2235a1e5b9a" providerId="LiveId" clId="{DBA285B6-6957-4F1B-AEF2-80C5BCEAD067}" dt="2026-10-25T23:48:56.583" v="65"/>
          <ac:spMkLst>
            <pc:docMk/>
            <pc:sldMk cId="0" sldId="267"/>
            <ac:spMk id="3238" creationId="{00000000-0000-0000-0000-000000000000}"/>
          </ac:spMkLst>
        </pc:spChg>
      </pc:sldChg>
      <pc:sldChg chg="modSp">
        <pc:chgData name="Ishant Kumar" userId="9e84a2235a1e5b9a" providerId="LiveId" clId="{DBA285B6-6957-4F1B-AEF2-80C5BCEAD067}" dt="2026-10-25T23:48:56.583" v="65"/>
        <pc:sldMkLst>
          <pc:docMk/>
          <pc:sldMk cId="0" sldId="276"/>
        </pc:sldMkLst>
        <pc:spChg chg="mod">
          <ac:chgData name="Ishant Kumar" userId="9e84a2235a1e5b9a" providerId="LiveId" clId="{DBA285B6-6957-4F1B-AEF2-80C5BCEAD067}" dt="2026-10-25T23:48:56.583" v="65"/>
          <ac:spMkLst>
            <pc:docMk/>
            <pc:sldMk cId="0" sldId="276"/>
            <ac:spMk id="3361" creationId="{00000000-0000-0000-0000-000000000000}"/>
          </ac:spMkLst>
        </pc:spChg>
        <pc:spChg chg="mod">
          <ac:chgData name="Ishant Kumar" userId="9e84a2235a1e5b9a" providerId="LiveId" clId="{DBA285B6-6957-4F1B-AEF2-80C5BCEAD067}" dt="2026-10-25T23:48:56.583" v="65"/>
          <ac:spMkLst>
            <pc:docMk/>
            <pc:sldMk cId="0" sldId="276"/>
            <ac:spMk id="3363" creationId="{00000000-0000-0000-0000-000000000000}"/>
          </ac:spMkLst>
        </pc:spChg>
      </pc:sldChg>
      <pc:sldChg chg="modSp">
        <pc:chgData name="Ishant Kumar" userId="9e84a2235a1e5b9a" providerId="LiveId" clId="{DBA285B6-6957-4F1B-AEF2-80C5BCEAD067}" dt="2026-10-25T23:49:43.214" v="67" actId="207"/>
        <pc:sldMkLst>
          <pc:docMk/>
          <pc:sldMk cId="649646961" sldId="315"/>
        </pc:sldMkLst>
        <pc:spChg chg="mod">
          <ac:chgData name="Ishant Kumar" userId="9e84a2235a1e5b9a" providerId="LiveId" clId="{DBA285B6-6957-4F1B-AEF2-80C5BCEAD067}" dt="2026-10-25T23:49:43.214" v="67" actId="207"/>
          <ac:spMkLst>
            <pc:docMk/>
            <pc:sldMk cId="649646961" sldId="315"/>
            <ac:spMk id="4" creationId="{1B13391E-2418-FEB3-B5C8-F746DBDAD667}"/>
          </ac:spMkLst>
        </pc:spChg>
      </pc:sldChg>
      <pc:sldChg chg="modSp">
        <pc:chgData name="Ishant Kumar" userId="9e84a2235a1e5b9a" providerId="LiveId" clId="{DBA285B6-6957-4F1B-AEF2-80C5BCEAD067}" dt="2026-10-25T23:49:52.178" v="68" actId="207"/>
        <pc:sldMkLst>
          <pc:docMk/>
          <pc:sldMk cId="1505803166" sldId="318"/>
        </pc:sldMkLst>
        <pc:spChg chg="mod">
          <ac:chgData name="Ishant Kumar" userId="9e84a2235a1e5b9a" providerId="LiveId" clId="{DBA285B6-6957-4F1B-AEF2-80C5BCEAD067}" dt="2026-10-25T23:49:52.178" v="68" actId="207"/>
          <ac:spMkLst>
            <pc:docMk/>
            <pc:sldMk cId="1505803166" sldId="318"/>
            <ac:spMk id="4" creationId="{D883ADDB-B2BA-8A65-CC40-E15F95B1E3F4}"/>
          </ac:spMkLst>
        </pc:spChg>
      </pc:sldChg>
      <pc:sldChg chg="modSp">
        <pc:chgData name="Ishant Kumar" userId="9e84a2235a1e5b9a" providerId="LiveId" clId="{DBA285B6-6957-4F1B-AEF2-80C5BCEAD067}" dt="2026-10-25T23:50:02.413" v="69" actId="20577"/>
        <pc:sldMkLst>
          <pc:docMk/>
          <pc:sldMk cId="3268773924" sldId="321"/>
        </pc:sldMkLst>
        <pc:spChg chg="mod">
          <ac:chgData name="Ishant Kumar" userId="9e84a2235a1e5b9a" providerId="LiveId" clId="{DBA285B6-6957-4F1B-AEF2-80C5BCEAD067}" dt="2026-10-25T23:50:02.413" v="69" actId="20577"/>
          <ac:spMkLst>
            <pc:docMk/>
            <pc:sldMk cId="3268773924" sldId="321"/>
            <ac:spMk id="2" creationId="{8CDD667D-9121-166C-9266-A0400538A609}"/>
          </ac:spMkLst>
        </pc:spChg>
      </pc:sldChg>
      <pc:sldChg chg="modSp">
        <pc:chgData name="Ishant Kumar" userId="9e84a2235a1e5b9a" providerId="LiveId" clId="{DBA285B6-6957-4F1B-AEF2-80C5BCEAD067}" dt="2026-10-25T23:50:18.643" v="70" actId="20577"/>
        <pc:sldMkLst>
          <pc:docMk/>
          <pc:sldMk cId="2210014158" sldId="323"/>
        </pc:sldMkLst>
        <pc:spChg chg="mod">
          <ac:chgData name="Ishant Kumar" userId="9e84a2235a1e5b9a" providerId="LiveId" clId="{DBA285B6-6957-4F1B-AEF2-80C5BCEAD067}" dt="2026-10-25T23:50:18.643" v="70" actId="20577"/>
          <ac:spMkLst>
            <pc:docMk/>
            <pc:sldMk cId="2210014158" sldId="323"/>
            <ac:spMk id="2" creationId="{5D5F17F2-FD65-C9B3-A73F-DE2C8F6998E0}"/>
          </ac:spMkLst>
        </pc:spChg>
      </pc:sldChg>
      <pc:sldMasterChg chg="modSldLayout">
        <pc:chgData name="Ishant Kumar" userId="9e84a2235a1e5b9a" providerId="LiveId" clId="{DBA285B6-6957-4F1B-AEF2-80C5BCEAD067}" dt="2026-10-25T23:48:56.583" v="65"/>
        <pc:sldMasterMkLst>
          <pc:docMk/>
          <pc:sldMasterMk cId="3003091903" sldId="2147483667"/>
        </pc:sldMasterMkLst>
        <pc:sldLayoutChg chg="addSp delSp">
          <pc:chgData name="Ishant Kumar" userId="9e84a2235a1e5b9a" providerId="LiveId" clId="{DBA285B6-6957-4F1B-AEF2-80C5BCEAD067}" dt="2026-10-25T23:48:56.583" v="65"/>
          <pc:sldLayoutMkLst>
            <pc:docMk/>
            <pc:sldMasterMk cId="3003091903" sldId="2147483667"/>
            <pc:sldLayoutMk cId="478463850" sldId="2147483695"/>
          </pc:sldLayoutMkLst>
          <pc:grpChg chg="add del">
            <ac:chgData name="Ishant Kumar" userId="9e84a2235a1e5b9a" providerId="LiveId" clId="{DBA285B6-6957-4F1B-AEF2-80C5BCEAD067}" dt="2026-10-25T23:48:56.583" v="65"/>
            <ac:grpSpMkLst>
              <pc:docMk/>
              <pc:sldMasterMk cId="3003091903" sldId="2147483667"/>
              <pc:sldLayoutMk cId="478463850" sldId="2147483695"/>
              <ac:grpSpMk id="1242" creationId="{00000000-0000-0000-0000-000000000000}"/>
            </ac:grpSpMkLst>
          </pc:grpChg>
        </pc:sldLayoutChg>
        <pc:sldLayoutChg chg="addSp delSp">
          <pc:chgData name="Ishant Kumar" userId="9e84a2235a1e5b9a" providerId="LiveId" clId="{DBA285B6-6957-4F1B-AEF2-80C5BCEAD067}" dt="2026-10-25T23:48:56.583" v="65"/>
          <pc:sldLayoutMkLst>
            <pc:docMk/>
            <pc:sldMasterMk cId="3003091903" sldId="2147483667"/>
            <pc:sldLayoutMk cId="449654898" sldId="2147483696"/>
          </pc:sldLayoutMkLst>
          <pc:grpChg chg="add del">
            <ac:chgData name="Ishant Kumar" userId="9e84a2235a1e5b9a" providerId="LiveId" clId="{DBA285B6-6957-4F1B-AEF2-80C5BCEAD067}" dt="2026-10-25T23:48:56.583" v="65"/>
            <ac:grpSpMkLst>
              <pc:docMk/>
              <pc:sldMasterMk cId="3003091903" sldId="2147483667"/>
              <pc:sldLayoutMk cId="449654898" sldId="2147483696"/>
              <ac:grpSpMk id="111" creationId="{00000000-0000-0000-0000-000000000000}"/>
            </ac:grpSpMkLst>
          </pc:grpChg>
        </pc:sldLayoutChg>
        <pc:sldLayoutChg chg="addSp delSp">
          <pc:chgData name="Ishant Kumar" userId="9e84a2235a1e5b9a" providerId="LiveId" clId="{DBA285B6-6957-4F1B-AEF2-80C5BCEAD067}" dt="2026-10-25T23:48:56.583" v="65"/>
          <pc:sldLayoutMkLst>
            <pc:docMk/>
            <pc:sldMasterMk cId="3003091903" sldId="2147483667"/>
            <pc:sldLayoutMk cId="341526911" sldId="2147483697"/>
          </pc:sldLayoutMkLst>
          <pc:grpChg chg="add del">
            <ac:chgData name="Ishant Kumar" userId="9e84a2235a1e5b9a" providerId="LiveId" clId="{DBA285B6-6957-4F1B-AEF2-80C5BCEAD067}" dt="2026-10-25T23:48:56.583" v="65"/>
            <ac:grpSpMkLst>
              <pc:docMk/>
              <pc:sldMasterMk cId="3003091903" sldId="2147483667"/>
              <pc:sldLayoutMk cId="341526911" sldId="2147483697"/>
              <ac:grpSpMk id="933" creationId="{00000000-0000-0000-0000-000000000000}"/>
            </ac:grpSpMkLst>
          </pc:grpChg>
        </pc:sldLayoutChg>
        <pc:sldLayoutChg chg="addSp delSp">
          <pc:chgData name="Ishant Kumar" userId="9e84a2235a1e5b9a" providerId="LiveId" clId="{DBA285B6-6957-4F1B-AEF2-80C5BCEAD067}" dt="2026-10-25T23:48:56.583" v="65"/>
          <pc:sldLayoutMkLst>
            <pc:docMk/>
            <pc:sldMasterMk cId="3003091903" sldId="2147483667"/>
            <pc:sldLayoutMk cId="611282753" sldId="2147483698"/>
          </pc:sldLayoutMkLst>
          <pc:grpChg chg="add del">
            <ac:chgData name="Ishant Kumar" userId="9e84a2235a1e5b9a" providerId="LiveId" clId="{DBA285B6-6957-4F1B-AEF2-80C5BCEAD067}" dt="2026-10-25T23:48:56.583" v="65"/>
            <ac:grpSpMkLst>
              <pc:docMk/>
              <pc:sldMasterMk cId="3003091903" sldId="2147483667"/>
              <pc:sldLayoutMk cId="611282753" sldId="2147483698"/>
              <ac:grpSpMk id="522" creationId="{00000000-0000-0000-0000-000000000000}"/>
            </ac:grpSpMkLst>
          </pc:grpChg>
        </pc:sldLayoutChg>
        <pc:sldLayoutChg chg="addSp delSp">
          <pc:chgData name="Ishant Kumar" userId="9e84a2235a1e5b9a" providerId="LiveId" clId="{DBA285B6-6957-4F1B-AEF2-80C5BCEAD067}" dt="2026-10-25T23:48:56.583" v="65"/>
          <pc:sldLayoutMkLst>
            <pc:docMk/>
            <pc:sldMasterMk cId="3003091903" sldId="2147483667"/>
            <pc:sldLayoutMk cId="2177247064" sldId="2147483699"/>
          </pc:sldLayoutMkLst>
          <pc:grpChg chg="add del">
            <ac:chgData name="Ishant Kumar" userId="9e84a2235a1e5b9a" providerId="LiveId" clId="{DBA285B6-6957-4F1B-AEF2-80C5BCEAD067}" dt="2026-10-25T23:48:56.583" v="65"/>
            <ac:grpSpMkLst>
              <pc:docMk/>
              <pc:sldMasterMk cId="3003091903" sldId="2147483667"/>
              <pc:sldLayoutMk cId="2177247064" sldId="2147483699"/>
              <ac:grpSpMk id="1036" creationId="{00000000-0000-0000-0000-000000000000}"/>
            </ac:grpSpMkLst>
          </pc:grpChg>
        </pc:sldLayoutChg>
        <pc:sldLayoutChg chg="addSp delSp">
          <pc:chgData name="Ishant Kumar" userId="9e84a2235a1e5b9a" providerId="LiveId" clId="{DBA285B6-6957-4F1B-AEF2-80C5BCEAD067}" dt="2026-10-25T23:48:56.583" v="65"/>
          <pc:sldLayoutMkLst>
            <pc:docMk/>
            <pc:sldMasterMk cId="3003091903" sldId="2147483667"/>
            <pc:sldLayoutMk cId="3450286439" sldId="2147483700"/>
          </pc:sldLayoutMkLst>
          <pc:grpChg chg="add del">
            <ac:chgData name="Ishant Kumar" userId="9e84a2235a1e5b9a" providerId="LiveId" clId="{DBA285B6-6957-4F1B-AEF2-80C5BCEAD067}" dt="2026-10-25T23:48:56.583" v="65"/>
            <ac:grpSpMkLst>
              <pc:docMk/>
              <pc:sldMasterMk cId="3003091903" sldId="2147483667"/>
              <pc:sldLayoutMk cId="3450286439" sldId="2147483700"/>
              <ac:grpSpMk id="2732" creationId="{00000000-0000-0000-0000-000000000000}"/>
            </ac:grpSpMkLst>
          </pc:grpChg>
          <pc:picChg chg="add del">
            <ac:chgData name="Ishant Kumar" userId="9e84a2235a1e5b9a" providerId="LiveId" clId="{DBA285B6-6957-4F1B-AEF2-80C5BCEAD067}" dt="2026-10-25T23:48:56.583" v="65"/>
            <ac:picMkLst>
              <pc:docMk/>
              <pc:sldMasterMk cId="3003091903" sldId="2147483667"/>
              <pc:sldLayoutMk cId="3450286439" sldId="2147483700"/>
              <ac:picMk id="2831" creationId="{00000000-0000-0000-0000-000000000000}"/>
            </ac:picMkLst>
          </pc:picChg>
        </pc:sldLayoutChg>
        <pc:sldLayoutChg chg="addSp delSp">
          <pc:chgData name="Ishant Kumar" userId="9e84a2235a1e5b9a" providerId="LiveId" clId="{DBA285B6-6957-4F1B-AEF2-80C5BCEAD067}" dt="2026-10-25T23:48:56.583" v="65"/>
          <pc:sldLayoutMkLst>
            <pc:docMk/>
            <pc:sldMasterMk cId="3003091903" sldId="2147483667"/>
            <pc:sldLayoutMk cId="1646423499" sldId="2147483701"/>
          </pc:sldLayoutMkLst>
          <pc:grpChg chg="add del">
            <ac:chgData name="Ishant Kumar" userId="9e84a2235a1e5b9a" providerId="LiveId" clId="{DBA285B6-6957-4F1B-AEF2-80C5BCEAD067}" dt="2026-10-25T23:48:56.583" v="65"/>
            <ac:grpSpMkLst>
              <pc:docMk/>
              <pc:sldMasterMk cId="3003091903" sldId="2147483667"/>
              <pc:sldLayoutMk cId="1646423499" sldId="2147483701"/>
              <ac:grpSpMk id="1139" creationId="{00000000-0000-0000-0000-000000000000}"/>
            </ac:grpSpMkLst>
          </pc:gr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1973D0-0823-4F57-BC07-5283C26D36BF}" type="datetimeFigureOut">
              <a:rPr lang="en-IN" smtClean="0"/>
              <a:t>26-10-2026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FE95D2-B507-492B-AE53-0FB3615A62BD}" type="slidenum">
              <a:rPr lang="en-IN" smtClean="0"/>
              <a:t>‹#›</a:t>
            </a:fld>
            <a:endParaRPr lang="en-IN"/>
          </a:p>
        </p:txBody>
      </p:sp>
    </p:spTree>
    <p:extLst>
      <p:ext uri="{BB962C8B-B14F-4D97-AF65-F5344CB8AC3E}">
        <p14:creationId xmlns:p14="http://schemas.microsoft.com/office/powerpoint/2010/main" val="17619197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9"/>
        <p:cNvGrpSpPr/>
        <p:nvPr/>
      </p:nvGrpSpPr>
      <p:grpSpPr>
        <a:xfrm>
          <a:off x="0" y="0"/>
          <a:ext cx="0" cy="0"/>
          <a:chOff x="0" y="0"/>
          <a:chExt cx="0" cy="0"/>
        </a:xfrm>
      </p:grpSpPr>
      <p:sp>
        <p:nvSpPr>
          <p:cNvPr id="2940" name="Google Shape;2940;gd362d286f3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2941" name="Google Shape;2941;gd362d286f3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9"/>
        <p:cNvGrpSpPr/>
        <p:nvPr/>
      </p:nvGrpSpPr>
      <p:grpSpPr>
        <a:xfrm>
          <a:off x="0" y="0"/>
          <a:ext cx="0" cy="0"/>
          <a:chOff x="0" y="0"/>
          <a:chExt cx="0" cy="0"/>
        </a:xfrm>
      </p:grpSpPr>
      <p:sp>
        <p:nvSpPr>
          <p:cNvPr id="2960" name="Google Shape;2960;gd362d286f3_1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2961" name="Google Shape;2961;gd362d286f3_1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6"/>
        <p:cNvGrpSpPr/>
        <p:nvPr/>
      </p:nvGrpSpPr>
      <p:grpSpPr>
        <a:xfrm>
          <a:off x="0" y="0"/>
          <a:ext cx="0" cy="0"/>
          <a:chOff x="0" y="0"/>
          <a:chExt cx="0" cy="0"/>
        </a:xfrm>
      </p:grpSpPr>
      <p:sp>
        <p:nvSpPr>
          <p:cNvPr id="2987" name="Google Shape;2987;gd362d286f3_1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2988" name="Google Shape;2988;gd362d286f3_1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6"/>
        <p:cNvGrpSpPr/>
        <p:nvPr/>
      </p:nvGrpSpPr>
      <p:grpSpPr>
        <a:xfrm>
          <a:off x="0" y="0"/>
          <a:ext cx="0" cy="0"/>
          <a:chOff x="0" y="0"/>
          <a:chExt cx="0" cy="0"/>
        </a:xfrm>
      </p:grpSpPr>
      <p:sp>
        <p:nvSpPr>
          <p:cNvPr id="2997" name="Google Shape;2997;gd362d286f3_1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2998" name="Google Shape;2998;gd362d286f3_1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4"/>
        <p:cNvGrpSpPr/>
        <p:nvPr/>
      </p:nvGrpSpPr>
      <p:grpSpPr>
        <a:xfrm>
          <a:off x="0" y="0"/>
          <a:ext cx="0" cy="0"/>
          <a:chOff x="0" y="0"/>
          <a:chExt cx="0" cy="0"/>
        </a:xfrm>
      </p:grpSpPr>
      <p:sp>
        <p:nvSpPr>
          <p:cNvPr id="3005" name="Google Shape;3005;gd362d286f3_1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3006" name="Google Shape;3006;gd362d286f3_1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2"/>
        <p:cNvGrpSpPr/>
        <p:nvPr/>
      </p:nvGrpSpPr>
      <p:grpSpPr>
        <a:xfrm>
          <a:off x="0" y="0"/>
          <a:ext cx="0" cy="0"/>
          <a:chOff x="0" y="0"/>
          <a:chExt cx="0" cy="0"/>
        </a:xfrm>
      </p:grpSpPr>
      <p:sp>
        <p:nvSpPr>
          <p:cNvPr id="3233" name="Google Shape;3233;gecc7082a34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3234" name="Google Shape;3234;gecc7082a34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7"/>
        <p:cNvGrpSpPr/>
        <p:nvPr/>
      </p:nvGrpSpPr>
      <p:grpSpPr>
        <a:xfrm>
          <a:off x="0" y="0"/>
          <a:ext cx="0" cy="0"/>
          <a:chOff x="0" y="0"/>
          <a:chExt cx="0" cy="0"/>
        </a:xfrm>
      </p:grpSpPr>
      <p:sp>
        <p:nvSpPr>
          <p:cNvPr id="3358" name="Google Shape;3358;gecc7082a34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3359" name="Google Shape;3359;gecc7082a34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E3482-6A7B-D0BC-F8D4-2138C9D9A0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3CB5F69-CF48-6E52-15DF-F568B8AE3E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5DCD46F-B63D-CF0C-12CD-C8FD2446FDD0}"/>
              </a:ext>
            </a:extLst>
          </p:cNvPr>
          <p:cNvSpPr>
            <a:spLocks noGrp="1"/>
          </p:cNvSpPr>
          <p:nvPr>
            <p:ph type="dt" sz="half" idx="10"/>
          </p:nvPr>
        </p:nvSpPr>
        <p:spPr/>
        <p:txBody>
          <a:bodyPr/>
          <a:lstStyle/>
          <a:p>
            <a:fld id="{D1982810-5FDC-4978-AA5C-F1DBE247D1D1}" type="datetimeFigureOut">
              <a:rPr lang="en-IN" smtClean="0"/>
              <a:t>26-10-2026</a:t>
            </a:fld>
            <a:endParaRPr lang="en-IN"/>
          </a:p>
        </p:txBody>
      </p:sp>
      <p:sp>
        <p:nvSpPr>
          <p:cNvPr id="5" name="Footer Placeholder 4">
            <a:extLst>
              <a:ext uri="{FF2B5EF4-FFF2-40B4-BE49-F238E27FC236}">
                <a16:creationId xmlns:a16="http://schemas.microsoft.com/office/drawing/2014/main" id="{BE4794DC-361E-AB14-82F1-08352476FA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3B69F9A-E277-0D3F-F070-529A458827A5}"/>
              </a:ext>
            </a:extLst>
          </p:cNvPr>
          <p:cNvSpPr>
            <a:spLocks noGrp="1"/>
          </p:cNvSpPr>
          <p:nvPr>
            <p:ph type="sldNum" sz="quarter" idx="12"/>
          </p:nvPr>
        </p:nvSpPr>
        <p:spPr/>
        <p:txBody>
          <a:bodyPr/>
          <a:lstStyle/>
          <a:p>
            <a:fld id="{170373D9-2A29-4E36-BA1E-587B6129BB3A}" type="slidenum">
              <a:rPr lang="en-IN" smtClean="0"/>
              <a:t>‹#›</a:t>
            </a:fld>
            <a:endParaRPr lang="en-IN"/>
          </a:p>
        </p:txBody>
      </p:sp>
    </p:spTree>
    <p:extLst>
      <p:ext uri="{BB962C8B-B14F-4D97-AF65-F5344CB8AC3E}">
        <p14:creationId xmlns:p14="http://schemas.microsoft.com/office/powerpoint/2010/main" val="16875597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17B9B-F112-05F9-4D7A-5C96A161EB1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C6F208D-943C-11F8-E5B2-00C3445AF8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459776-4BCF-B4B1-5686-B46E28BB6EFC}"/>
              </a:ext>
            </a:extLst>
          </p:cNvPr>
          <p:cNvSpPr>
            <a:spLocks noGrp="1"/>
          </p:cNvSpPr>
          <p:nvPr>
            <p:ph type="dt" sz="half" idx="10"/>
          </p:nvPr>
        </p:nvSpPr>
        <p:spPr/>
        <p:txBody>
          <a:bodyPr/>
          <a:lstStyle/>
          <a:p>
            <a:fld id="{D1982810-5FDC-4978-AA5C-F1DBE247D1D1}" type="datetimeFigureOut">
              <a:rPr lang="en-IN" smtClean="0"/>
              <a:t>26-10-2026</a:t>
            </a:fld>
            <a:endParaRPr lang="en-IN"/>
          </a:p>
        </p:txBody>
      </p:sp>
      <p:sp>
        <p:nvSpPr>
          <p:cNvPr id="5" name="Footer Placeholder 4">
            <a:extLst>
              <a:ext uri="{FF2B5EF4-FFF2-40B4-BE49-F238E27FC236}">
                <a16:creationId xmlns:a16="http://schemas.microsoft.com/office/drawing/2014/main" id="{00454D67-3629-657E-E290-6CC203AE31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85482B7-4031-CED9-E903-2B0EDFB6E8BD}"/>
              </a:ext>
            </a:extLst>
          </p:cNvPr>
          <p:cNvSpPr>
            <a:spLocks noGrp="1"/>
          </p:cNvSpPr>
          <p:nvPr>
            <p:ph type="sldNum" sz="quarter" idx="12"/>
          </p:nvPr>
        </p:nvSpPr>
        <p:spPr/>
        <p:txBody>
          <a:bodyPr/>
          <a:lstStyle/>
          <a:p>
            <a:fld id="{170373D9-2A29-4E36-BA1E-587B6129BB3A}" type="slidenum">
              <a:rPr lang="en-IN" smtClean="0"/>
              <a:t>‹#›</a:t>
            </a:fld>
            <a:endParaRPr lang="en-IN"/>
          </a:p>
        </p:txBody>
      </p:sp>
    </p:spTree>
    <p:extLst>
      <p:ext uri="{BB962C8B-B14F-4D97-AF65-F5344CB8AC3E}">
        <p14:creationId xmlns:p14="http://schemas.microsoft.com/office/powerpoint/2010/main" val="23892154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7C376-E25B-6E1A-F100-A9FD8E446A8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7CB1482-DDB7-16B6-4395-53C0F364A9C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0DF1509-A9A7-284F-1E5B-67E46DC1A0FC}"/>
              </a:ext>
            </a:extLst>
          </p:cNvPr>
          <p:cNvSpPr>
            <a:spLocks noGrp="1"/>
          </p:cNvSpPr>
          <p:nvPr>
            <p:ph type="dt" sz="half" idx="10"/>
          </p:nvPr>
        </p:nvSpPr>
        <p:spPr/>
        <p:txBody>
          <a:bodyPr/>
          <a:lstStyle/>
          <a:p>
            <a:fld id="{D1982810-5FDC-4978-AA5C-F1DBE247D1D1}" type="datetimeFigureOut">
              <a:rPr lang="en-IN" smtClean="0"/>
              <a:t>26-10-2026</a:t>
            </a:fld>
            <a:endParaRPr lang="en-IN"/>
          </a:p>
        </p:txBody>
      </p:sp>
      <p:sp>
        <p:nvSpPr>
          <p:cNvPr id="5" name="Footer Placeholder 4">
            <a:extLst>
              <a:ext uri="{FF2B5EF4-FFF2-40B4-BE49-F238E27FC236}">
                <a16:creationId xmlns:a16="http://schemas.microsoft.com/office/drawing/2014/main" id="{7E70C45E-719C-8097-2215-A1528D97D4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E3C09A-4EF5-BD4A-BB47-ED8A69BB9107}"/>
              </a:ext>
            </a:extLst>
          </p:cNvPr>
          <p:cNvSpPr>
            <a:spLocks noGrp="1"/>
          </p:cNvSpPr>
          <p:nvPr>
            <p:ph type="sldNum" sz="quarter" idx="12"/>
          </p:nvPr>
        </p:nvSpPr>
        <p:spPr/>
        <p:txBody>
          <a:bodyPr/>
          <a:lstStyle/>
          <a:p>
            <a:fld id="{170373D9-2A29-4E36-BA1E-587B6129BB3A}" type="slidenum">
              <a:rPr lang="en-IN" smtClean="0"/>
              <a:t>‹#›</a:t>
            </a:fld>
            <a:endParaRPr lang="en-IN"/>
          </a:p>
        </p:txBody>
      </p:sp>
    </p:spTree>
    <p:extLst>
      <p:ext uri="{BB962C8B-B14F-4D97-AF65-F5344CB8AC3E}">
        <p14:creationId xmlns:p14="http://schemas.microsoft.com/office/powerpoint/2010/main" val="936614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EC952-9BC5-77ED-FEDF-3D1C3B937C0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162ED61-DC92-1B4C-E943-D8E7A164B4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437C7A2-7690-0AEA-9687-F0CB65D7CF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344A85B-D023-B04F-E59E-6B9033CF81A8}"/>
              </a:ext>
            </a:extLst>
          </p:cNvPr>
          <p:cNvSpPr>
            <a:spLocks noGrp="1"/>
          </p:cNvSpPr>
          <p:nvPr>
            <p:ph type="dt" sz="half" idx="10"/>
          </p:nvPr>
        </p:nvSpPr>
        <p:spPr/>
        <p:txBody>
          <a:bodyPr/>
          <a:lstStyle/>
          <a:p>
            <a:fld id="{D1982810-5FDC-4978-AA5C-F1DBE247D1D1}" type="datetimeFigureOut">
              <a:rPr lang="en-IN" smtClean="0"/>
              <a:t>26-10-2026</a:t>
            </a:fld>
            <a:endParaRPr lang="en-IN"/>
          </a:p>
        </p:txBody>
      </p:sp>
      <p:sp>
        <p:nvSpPr>
          <p:cNvPr id="6" name="Footer Placeholder 5">
            <a:extLst>
              <a:ext uri="{FF2B5EF4-FFF2-40B4-BE49-F238E27FC236}">
                <a16:creationId xmlns:a16="http://schemas.microsoft.com/office/drawing/2014/main" id="{881407E4-B5E9-2871-A081-4DCA3920BA9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708C5AD-BAE8-1692-C403-5012BCFCBC4B}"/>
              </a:ext>
            </a:extLst>
          </p:cNvPr>
          <p:cNvSpPr>
            <a:spLocks noGrp="1"/>
          </p:cNvSpPr>
          <p:nvPr>
            <p:ph type="sldNum" sz="quarter" idx="12"/>
          </p:nvPr>
        </p:nvSpPr>
        <p:spPr/>
        <p:txBody>
          <a:bodyPr/>
          <a:lstStyle/>
          <a:p>
            <a:fld id="{170373D9-2A29-4E36-BA1E-587B6129BB3A}" type="slidenum">
              <a:rPr lang="en-IN" smtClean="0"/>
              <a:t>‹#›</a:t>
            </a:fld>
            <a:endParaRPr lang="en-IN"/>
          </a:p>
        </p:txBody>
      </p:sp>
    </p:spTree>
    <p:extLst>
      <p:ext uri="{BB962C8B-B14F-4D97-AF65-F5344CB8AC3E}">
        <p14:creationId xmlns:p14="http://schemas.microsoft.com/office/powerpoint/2010/main" val="19636382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13426-BBFD-2713-98F7-83059675B8D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88C0227-F876-1715-C1ED-3C6B863BC4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C347156-E765-C75C-AEFF-9A20EC1F8A0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3A3EC6A-A1B3-DE2A-9FB8-13D76A7020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8BF6404-0907-2E4B-256A-6D3BE788DEF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CA56A22-DF6E-6514-2E6D-5AE7720443C3}"/>
              </a:ext>
            </a:extLst>
          </p:cNvPr>
          <p:cNvSpPr>
            <a:spLocks noGrp="1"/>
          </p:cNvSpPr>
          <p:nvPr>
            <p:ph type="dt" sz="half" idx="10"/>
          </p:nvPr>
        </p:nvSpPr>
        <p:spPr/>
        <p:txBody>
          <a:bodyPr/>
          <a:lstStyle/>
          <a:p>
            <a:fld id="{D1982810-5FDC-4978-AA5C-F1DBE247D1D1}" type="datetimeFigureOut">
              <a:rPr lang="en-IN" smtClean="0"/>
              <a:t>26-10-2026</a:t>
            </a:fld>
            <a:endParaRPr lang="en-IN"/>
          </a:p>
        </p:txBody>
      </p:sp>
      <p:sp>
        <p:nvSpPr>
          <p:cNvPr id="8" name="Footer Placeholder 7">
            <a:extLst>
              <a:ext uri="{FF2B5EF4-FFF2-40B4-BE49-F238E27FC236}">
                <a16:creationId xmlns:a16="http://schemas.microsoft.com/office/drawing/2014/main" id="{C27FD6BF-9F4B-246B-7B97-57EC1BEF586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A84C18E-D12A-D4FB-403B-51AA7F39596E}"/>
              </a:ext>
            </a:extLst>
          </p:cNvPr>
          <p:cNvSpPr>
            <a:spLocks noGrp="1"/>
          </p:cNvSpPr>
          <p:nvPr>
            <p:ph type="sldNum" sz="quarter" idx="12"/>
          </p:nvPr>
        </p:nvSpPr>
        <p:spPr/>
        <p:txBody>
          <a:bodyPr/>
          <a:lstStyle/>
          <a:p>
            <a:fld id="{170373D9-2A29-4E36-BA1E-587B6129BB3A}" type="slidenum">
              <a:rPr lang="en-IN" smtClean="0"/>
              <a:t>‹#›</a:t>
            </a:fld>
            <a:endParaRPr lang="en-IN"/>
          </a:p>
        </p:txBody>
      </p:sp>
    </p:spTree>
    <p:extLst>
      <p:ext uri="{BB962C8B-B14F-4D97-AF65-F5344CB8AC3E}">
        <p14:creationId xmlns:p14="http://schemas.microsoft.com/office/powerpoint/2010/main" val="16947821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15329-650E-F1FD-B3FD-339986A6502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91D79D3-DE3E-D059-CAF5-7ED95BC9DE92}"/>
              </a:ext>
            </a:extLst>
          </p:cNvPr>
          <p:cNvSpPr>
            <a:spLocks noGrp="1"/>
          </p:cNvSpPr>
          <p:nvPr>
            <p:ph type="dt" sz="half" idx="10"/>
          </p:nvPr>
        </p:nvSpPr>
        <p:spPr/>
        <p:txBody>
          <a:bodyPr/>
          <a:lstStyle/>
          <a:p>
            <a:fld id="{D1982810-5FDC-4978-AA5C-F1DBE247D1D1}" type="datetimeFigureOut">
              <a:rPr lang="en-IN" smtClean="0"/>
              <a:t>26-10-2026</a:t>
            </a:fld>
            <a:endParaRPr lang="en-IN"/>
          </a:p>
        </p:txBody>
      </p:sp>
      <p:sp>
        <p:nvSpPr>
          <p:cNvPr id="4" name="Footer Placeholder 3">
            <a:extLst>
              <a:ext uri="{FF2B5EF4-FFF2-40B4-BE49-F238E27FC236}">
                <a16:creationId xmlns:a16="http://schemas.microsoft.com/office/drawing/2014/main" id="{F3AD4603-B806-D656-F039-280CC7EBE6B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FC1A1B5-A55B-A721-1C8E-6AA9A29C4538}"/>
              </a:ext>
            </a:extLst>
          </p:cNvPr>
          <p:cNvSpPr>
            <a:spLocks noGrp="1"/>
          </p:cNvSpPr>
          <p:nvPr>
            <p:ph type="sldNum" sz="quarter" idx="12"/>
          </p:nvPr>
        </p:nvSpPr>
        <p:spPr/>
        <p:txBody>
          <a:bodyPr/>
          <a:lstStyle/>
          <a:p>
            <a:fld id="{170373D9-2A29-4E36-BA1E-587B6129BB3A}" type="slidenum">
              <a:rPr lang="en-IN" smtClean="0"/>
              <a:t>‹#›</a:t>
            </a:fld>
            <a:endParaRPr lang="en-IN"/>
          </a:p>
        </p:txBody>
      </p:sp>
    </p:spTree>
    <p:extLst>
      <p:ext uri="{BB962C8B-B14F-4D97-AF65-F5344CB8AC3E}">
        <p14:creationId xmlns:p14="http://schemas.microsoft.com/office/powerpoint/2010/main" val="12282206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26EB3D-1889-35CD-67D6-6DF0CC0E471C}"/>
              </a:ext>
            </a:extLst>
          </p:cNvPr>
          <p:cNvSpPr>
            <a:spLocks noGrp="1"/>
          </p:cNvSpPr>
          <p:nvPr>
            <p:ph type="dt" sz="half" idx="10"/>
          </p:nvPr>
        </p:nvSpPr>
        <p:spPr/>
        <p:txBody>
          <a:bodyPr/>
          <a:lstStyle/>
          <a:p>
            <a:fld id="{D1982810-5FDC-4978-AA5C-F1DBE247D1D1}" type="datetimeFigureOut">
              <a:rPr lang="en-IN" smtClean="0"/>
              <a:t>26-10-2026</a:t>
            </a:fld>
            <a:endParaRPr lang="en-IN"/>
          </a:p>
        </p:txBody>
      </p:sp>
      <p:sp>
        <p:nvSpPr>
          <p:cNvPr id="3" name="Footer Placeholder 2">
            <a:extLst>
              <a:ext uri="{FF2B5EF4-FFF2-40B4-BE49-F238E27FC236}">
                <a16:creationId xmlns:a16="http://schemas.microsoft.com/office/drawing/2014/main" id="{45BF2177-903A-10C3-76EA-00BB1EB7393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46F3AD6-D450-D370-F699-618F4B843BE7}"/>
              </a:ext>
            </a:extLst>
          </p:cNvPr>
          <p:cNvSpPr>
            <a:spLocks noGrp="1"/>
          </p:cNvSpPr>
          <p:nvPr>
            <p:ph type="sldNum" sz="quarter" idx="12"/>
          </p:nvPr>
        </p:nvSpPr>
        <p:spPr/>
        <p:txBody>
          <a:bodyPr/>
          <a:lstStyle/>
          <a:p>
            <a:fld id="{170373D9-2A29-4E36-BA1E-587B6129BB3A}" type="slidenum">
              <a:rPr lang="en-IN" smtClean="0"/>
              <a:t>‹#›</a:t>
            </a:fld>
            <a:endParaRPr lang="en-IN"/>
          </a:p>
        </p:txBody>
      </p:sp>
    </p:spTree>
    <p:extLst>
      <p:ext uri="{BB962C8B-B14F-4D97-AF65-F5344CB8AC3E}">
        <p14:creationId xmlns:p14="http://schemas.microsoft.com/office/powerpoint/2010/main" val="9417289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9E13E-D916-0960-DC0E-878F43D2CA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EA30AA7-9791-0061-15E1-6007228B09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B76C974-9593-7371-05F2-7A2643EE13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31E69E-16AC-4D14-93D4-5ED2A94054E5}"/>
              </a:ext>
            </a:extLst>
          </p:cNvPr>
          <p:cNvSpPr>
            <a:spLocks noGrp="1"/>
          </p:cNvSpPr>
          <p:nvPr>
            <p:ph type="dt" sz="half" idx="10"/>
          </p:nvPr>
        </p:nvSpPr>
        <p:spPr/>
        <p:txBody>
          <a:bodyPr/>
          <a:lstStyle/>
          <a:p>
            <a:fld id="{D1982810-5FDC-4978-AA5C-F1DBE247D1D1}" type="datetimeFigureOut">
              <a:rPr lang="en-IN" smtClean="0"/>
              <a:t>26-10-2026</a:t>
            </a:fld>
            <a:endParaRPr lang="en-IN"/>
          </a:p>
        </p:txBody>
      </p:sp>
      <p:sp>
        <p:nvSpPr>
          <p:cNvPr id="6" name="Footer Placeholder 5">
            <a:extLst>
              <a:ext uri="{FF2B5EF4-FFF2-40B4-BE49-F238E27FC236}">
                <a16:creationId xmlns:a16="http://schemas.microsoft.com/office/drawing/2014/main" id="{31209DDF-1E40-6635-8E2D-56D604A9547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5A482B6-3630-E75B-D299-715CA3FEDF9C}"/>
              </a:ext>
            </a:extLst>
          </p:cNvPr>
          <p:cNvSpPr>
            <a:spLocks noGrp="1"/>
          </p:cNvSpPr>
          <p:nvPr>
            <p:ph type="sldNum" sz="quarter" idx="12"/>
          </p:nvPr>
        </p:nvSpPr>
        <p:spPr/>
        <p:txBody>
          <a:bodyPr/>
          <a:lstStyle/>
          <a:p>
            <a:fld id="{170373D9-2A29-4E36-BA1E-587B6129BB3A}" type="slidenum">
              <a:rPr lang="en-IN" smtClean="0"/>
              <a:t>‹#›</a:t>
            </a:fld>
            <a:endParaRPr lang="en-IN"/>
          </a:p>
        </p:txBody>
      </p:sp>
    </p:spTree>
    <p:extLst>
      <p:ext uri="{BB962C8B-B14F-4D97-AF65-F5344CB8AC3E}">
        <p14:creationId xmlns:p14="http://schemas.microsoft.com/office/powerpoint/2010/main" val="18902766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01F02-D33D-4D49-B080-17AF1B96C7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03BDBCE-B84D-5EB2-5B16-771C5BA9E37B}"/>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C1AD1F2-D344-CE26-39A7-1A8D9AED70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0F050B-94AE-05E6-C5F3-ADB2300C8DF5}"/>
              </a:ext>
            </a:extLst>
          </p:cNvPr>
          <p:cNvSpPr>
            <a:spLocks noGrp="1"/>
          </p:cNvSpPr>
          <p:nvPr>
            <p:ph type="dt" sz="half" idx="10"/>
          </p:nvPr>
        </p:nvSpPr>
        <p:spPr/>
        <p:txBody>
          <a:bodyPr/>
          <a:lstStyle/>
          <a:p>
            <a:fld id="{D1982810-5FDC-4978-AA5C-F1DBE247D1D1}" type="datetimeFigureOut">
              <a:rPr lang="en-IN" smtClean="0"/>
              <a:t>26-10-2026</a:t>
            </a:fld>
            <a:endParaRPr lang="en-IN"/>
          </a:p>
        </p:txBody>
      </p:sp>
      <p:sp>
        <p:nvSpPr>
          <p:cNvPr id="6" name="Footer Placeholder 5">
            <a:extLst>
              <a:ext uri="{FF2B5EF4-FFF2-40B4-BE49-F238E27FC236}">
                <a16:creationId xmlns:a16="http://schemas.microsoft.com/office/drawing/2014/main" id="{161B1B76-A9D2-9879-BD22-170F8921D89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18BF92C-B59F-B65B-3594-517054F0AC37}"/>
              </a:ext>
            </a:extLst>
          </p:cNvPr>
          <p:cNvSpPr>
            <a:spLocks noGrp="1"/>
          </p:cNvSpPr>
          <p:nvPr>
            <p:ph type="sldNum" sz="quarter" idx="12"/>
          </p:nvPr>
        </p:nvSpPr>
        <p:spPr/>
        <p:txBody>
          <a:bodyPr/>
          <a:lstStyle/>
          <a:p>
            <a:fld id="{170373D9-2A29-4E36-BA1E-587B6129BB3A}" type="slidenum">
              <a:rPr lang="en-IN" smtClean="0"/>
              <a:t>‹#›</a:t>
            </a:fld>
            <a:endParaRPr lang="en-IN"/>
          </a:p>
        </p:txBody>
      </p:sp>
    </p:spTree>
    <p:extLst>
      <p:ext uri="{BB962C8B-B14F-4D97-AF65-F5344CB8AC3E}">
        <p14:creationId xmlns:p14="http://schemas.microsoft.com/office/powerpoint/2010/main" val="26956105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4FC96-0230-AAF2-40A8-F60C09CA18A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1E51473-DBB1-D96D-84E0-864C59F33B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34AC838-53BC-3EBE-2574-91396F1106C3}"/>
              </a:ext>
            </a:extLst>
          </p:cNvPr>
          <p:cNvSpPr>
            <a:spLocks noGrp="1"/>
          </p:cNvSpPr>
          <p:nvPr>
            <p:ph type="dt" sz="half" idx="10"/>
          </p:nvPr>
        </p:nvSpPr>
        <p:spPr/>
        <p:txBody>
          <a:bodyPr/>
          <a:lstStyle/>
          <a:p>
            <a:fld id="{D1982810-5FDC-4978-AA5C-F1DBE247D1D1}" type="datetimeFigureOut">
              <a:rPr lang="en-IN" smtClean="0"/>
              <a:t>26-10-2026</a:t>
            </a:fld>
            <a:endParaRPr lang="en-IN"/>
          </a:p>
        </p:txBody>
      </p:sp>
      <p:sp>
        <p:nvSpPr>
          <p:cNvPr id="5" name="Footer Placeholder 4">
            <a:extLst>
              <a:ext uri="{FF2B5EF4-FFF2-40B4-BE49-F238E27FC236}">
                <a16:creationId xmlns:a16="http://schemas.microsoft.com/office/drawing/2014/main" id="{60328183-F81B-43F8-BDEF-5F539EBE92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B323F22-30E7-0CFE-7F8E-918F0E6443CA}"/>
              </a:ext>
            </a:extLst>
          </p:cNvPr>
          <p:cNvSpPr>
            <a:spLocks noGrp="1"/>
          </p:cNvSpPr>
          <p:nvPr>
            <p:ph type="sldNum" sz="quarter" idx="12"/>
          </p:nvPr>
        </p:nvSpPr>
        <p:spPr/>
        <p:txBody>
          <a:bodyPr/>
          <a:lstStyle/>
          <a:p>
            <a:fld id="{170373D9-2A29-4E36-BA1E-587B6129BB3A}" type="slidenum">
              <a:rPr lang="en-IN" smtClean="0"/>
              <a:t>‹#›</a:t>
            </a:fld>
            <a:endParaRPr lang="en-IN"/>
          </a:p>
        </p:txBody>
      </p:sp>
    </p:spTree>
    <p:extLst>
      <p:ext uri="{BB962C8B-B14F-4D97-AF65-F5344CB8AC3E}">
        <p14:creationId xmlns:p14="http://schemas.microsoft.com/office/powerpoint/2010/main" val="32059465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8F64077-8CEA-9AE1-1678-41E0BD4BFDE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C761950-FCA6-129B-A02C-6221A66FDA6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00D946-4A34-0EC3-6D0E-0207402B0E45}"/>
              </a:ext>
            </a:extLst>
          </p:cNvPr>
          <p:cNvSpPr>
            <a:spLocks noGrp="1"/>
          </p:cNvSpPr>
          <p:nvPr>
            <p:ph type="dt" sz="half" idx="10"/>
          </p:nvPr>
        </p:nvSpPr>
        <p:spPr/>
        <p:txBody>
          <a:bodyPr/>
          <a:lstStyle/>
          <a:p>
            <a:fld id="{D1982810-5FDC-4978-AA5C-F1DBE247D1D1}" type="datetimeFigureOut">
              <a:rPr lang="en-IN" smtClean="0"/>
              <a:t>26-10-2026</a:t>
            </a:fld>
            <a:endParaRPr lang="en-IN"/>
          </a:p>
        </p:txBody>
      </p:sp>
      <p:sp>
        <p:nvSpPr>
          <p:cNvPr id="5" name="Footer Placeholder 4">
            <a:extLst>
              <a:ext uri="{FF2B5EF4-FFF2-40B4-BE49-F238E27FC236}">
                <a16:creationId xmlns:a16="http://schemas.microsoft.com/office/drawing/2014/main" id="{C01FC4D2-5870-E3A6-B197-52F87806E53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44BF5E7-9720-CDB5-6D47-E96DCBFBD365}"/>
              </a:ext>
            </a:extLst>
          </p:cNvPr>
          <p:cNvSpPr>
            <a:spLocks noGrp="1"/>
          </p:cNvSpPr>
          <p:nvPr>
            <p:ph type="sldNum" sz="quarter" idx="12"/>
          </p:nvPr>
        </p:nvSpPr>
        <p:spPr/>
        <p:txBody>
          <a:bodyPr/>
          <a:lstStyle/>
          <a:p>
            <a:fld id="{170373D9-2A29-4E36-BA1E-587B6129BB3A}" type="slidenum">
              <a:rPr lang="en-IN" smtClean="0"/>
              <a:t>‹#›</a:t>
            </a:fld>
            <a:endParaRPr lang="en-IN"/>
          </a:p>
        </p:txBody>
      </p:sp>
    </p:spTree>
    <p:extLst>
      <p:ext uri="{BB962C8B-B14F-4D97-AF65-F5344CB8AC3E}">
        <p14:creationId xmlns:p14="http://schemas.microsoft.com/office/powerpoint/2010/main" val="2717884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able of contents">
  <p:cSld name="Table of contents">
    <p:spTree>
      <p:nvGrpSpPr>
        <p:cNvPr id="1" name="Shape 1241"/>
        <p:cNvGrpSpPr/>
        <p:nvPr/>
      </p:nvGrpSpPr>
      <p:grpSpPr>
        <a:xfrm>
          <a:off x="0" y="0"/>
          <a:ext cx="0" cy="0"/>
          <a:chOff x="0" y="0"/>
          <a:chExt cx="0" cy="0"/>
        </a:xfrm>
      </p:grpSpPr>
      <p:grpSp>
        <p:nvGrpSpPr>
          <p:cNvPr id="1242" name="Google Shape;1242;p16"/>
          <p:cNvGrpSpPr/>
          <p:nvPr/>
        </p:nvGrpSpPr>
        <p:grpSpPr>
          <a:xfrm>
            <a:off x="-57200" y="-85800"/>
            <a:ext cx="12306400" cy="7029600"/>
            <a:chOff x="-42900" y="-64350"/>
            <a:chExt cx="9229800" cy="5272200"/>
          </a:xfrm>
        </p:grpSpPr>
        <p:grpSp>
          <p:nvGrpSpPr>
            <p:cNvPr id="1243" name="Google Shape;1243;p16"/>
            <p:cNvGrpSpPr/>
            <p:nvPr/>
          </p:nvGrpSpPr>
          <p:grpSpPr>
            <a:xfrm>
              <a:off x="142875" y="-64350"/>
              <a:ext cx="8858250" cy="5272200"/>
              <a:chOff x="160725" y="-75925"/>
              <a:chExt cx="8858250" cy="5272200"/>
            </a:xfrm>
          </p:grpSpPr>
          <p:cxnSp>
            <p:nvCxnSpPr>
              <p:cNvPr id="1244" name="Google Shape;1244;p16"/>
              <p:cNvCxnSpPr/>
              <p:nvPr/>
            </p:nvCxnSpPr>
            <p:spPr>
              <a:xfrm>
                <a:off x="160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45" name="Google Shape;1245;p16"/>
              <p:cNvCxnSpPr/>
              <p:nvPr/>
            </p:nvCxnSpPr>
            <p:spPr>
              <a:xfrm>
                <a:off x="303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46" name="Google Shape;1246;p16"/>
              <p:cNvCxnSpPr/>
              <p:nvPr/>
            </p:nvCxnSpPr>
            <p:spPr>
              <a:xfrm>
                <a:off x="446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47" name="Google Shape;1247;p16"/>
              <p:cNvCxnSpPr/>
              <p:nvPr/>
            </p:nvCxnSpPr>
            <p:spPr>
              <a:xfrm>
                <a:off x="589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48" name="Google Shape;1248;p16"/>
              <p:cNvCxnSpPr/>
              <p:nvPr/>
            </p:nvCxnSpPr>
            <p:spPr>
              <a:xfrm>
                <a:off x="732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49" name="Google Shape;1249;p16"/>
              <p:cNvCxnSpPr/>
              <p:nvPr/>
            </p:nvCxnSpPr>
            <p:spPr>
              <a:xfrm>
                <a:off x="875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50" name="Google Shape;1250;p16"/>
              <p:cNvCxnSpPr/>
              <p:nvPr/>
            </p:nvCxnSpPr>
            <p:spPr>
              <a:xfrm>
                <a:off x="10179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51" name="Google Shape;1251;p16"/>
              <p:cNvCxnSpPr/>
              <p:nvPr/>
            </p:nvCxnSpPr>
            <p:spPr>
              <a:xfrm>
                <a:off x="11608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52" name="Google Shape;1252;p16"/>
              <p:cNvCxnSpPr/>
              <p:nvPr/>
            </p:nvCxnSpPr>
            <p:spPr>
              <a:xfrm>
                <a:off x="1303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53" name="Google Shape;1253;p16"/>
              <p:cNvCxnSpPr/>
              <p:nvPr/>
            </p:nvCxnSpPr>
            <p:spPr>
              <a:xfrm>
                <a:off x="1446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54" name="Google Shape;1254;p16"/>
              <p:cNvCxnSpPr/>
              <p:nvPr/>
            </p:nvCxnSpPr>
            <p:spPr>
              <a:xfrm>
                <a:off x="1589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55" name="Google Shape;1255;p16"/>
              <p:cNvCxnSpPr/>
              <p:nvPr/>
            </p:nvCxnSpPr>
            <p:spPr>
              <a:xfrm>
                <a:off x="1732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56" name="Google Shape;1256;p16"/>
              <p:cNvCxnSpPr/>
              <p:nvPr/>
            </p:nvCxnSpPr>
            <p:spPr>
              <a:xfrm>
                <a:off x="1875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57" name="Google Shape;1257;p16"/>
              <p:cNvCxnSpPr/>
              <p:nvPr/>
            </p:nvCxnSpPr>
            <p:spPr>
              <a:xfrm>
                <a:off x="2018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58" name="Google Shape;1258;p16"/>
              <p:cNvCxnSpPr/>
              <p:nvPr/>
            </p:nvCxnSpPr>
            <p:spPr>
              <a:xfrm>
                <a:off x="21609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59" name="Google Shape;1259;p16"/>
              <p:cNvCxnSpPr/>
              <p:nvPr/>
            </p:nvCxnSpPr>
            <p:spPr>
              <a:xfrm>
                <a:off x="23038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60" name="Google Shape;1260;p16"/>
              <p:cNvCxnSpPr/>
              <p:nvPr/>
            </p:nvCxnSpPr>
            <p:spPr>
              <a:xfrm>
                <a:off x="2446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61" name="Google Shape;1261;p16"/>
              <p:cNvCxnSpPr/>
              <p:nvPr/>
            </p:nvCxnSpPr>
            <p:spPr>
              <a:xfrm>
                <a:off x="2589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62" name="Google Shape;1262;p16"/>
              <p:cNvCxnSpPr/>
              <p:nvPr/>
            </p:nvCxnSpPr>
            <p:spPr>
              <a:xfrm>
                <a:off x="2732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63" name="Google Shape;1263;p16"/>
              <p:cNvCxnSpPr/>
              <p:nvPr/>
            </p:nvCxnSpPr>
            <p:spPr>
              <a:xfrm>
                <a:off x="2875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64" name="Google Shape;1264;p16"/>
              <p:cNvCxnSpPr/>
              <p:nvPr/>
            </p:nvCxnSpPr>
            <p:spPr>
              <a:xfrm>
                <a:off x="3018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65" name="Google Shape;1265;p16"/>
              <p:cNvCxnSpPr/>
              <p:nvPr/>
            </p:nvCxnSpPr>
            <p:spPr>
              <a:xfrm>
                <a:off x="3161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66" name="Google Shape;1266;p16"/>
              <p:cNvCxnSpPr/>
              <p:nvPr/>
            </p:nvCxnSpPr>
            <p:spPr>
              <a:xfrm>
                <a:off x="33039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67" name="Google Shape;1267;p16"/>
              <p:cNvCxnSpPr/>
              <p:nvPr/>
            </p:nvCxnSpPr>
            <p:spPr>
              <a:xfrm>
                <a:off x="34468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68" name="Google Shape;1268;p16"/>
              <p:cNvCxnSpPr/>
              <p:nvPr/>
            </p:nvCxnSpPr>
            <p:spPr>
              <a:xfrm>
                <a:off x="3589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69" name="Google Shape;1269;p16"/>
              <p:cNvCxnSpPr/>
              <p:nvPr/>
            </p:nvCxnSpPr>
            <p:spPr>
              <a:xfrm>
                <a:off x="3732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70" name="Google Shape;1270;p16"/>
              <p:cNvCxnSpPr/>
              <p:nvPr/>
            </p:nvCxnSpPr>
            <p:spPr>
              <a:xfrm>
                <a:off x="3875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71" name="Google Shape;1271;p16"/>
              <p:cNvCxnSpPr/>
              <p:nvPr/>
            </p:nvCxnSpPr>
            <p:spPr>
              <a:xfrm>
                <a:off x="4018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72" name="Google Shape;1272;p16"/>
              <p:cNvCxnSpPr/>
              <p:nvPr/>
            </p:nvCxnSpPr>
            <p:spPr>
              <a:xfrm>
                <a:off x="4161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73" name="Google Shape;1273;p16"/>
              <p:cNvCxnSpPr/>
              <p:nvPr/>
            </p:nvCxnSpPr>
            <p:spPr>
              <a:xfrm>
                <a:off x="4304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74" name="Google Shape;1274;p16"/>
              <p:cNvCxnSpPr/>
              <p:nvPr/>
            </p:nvCxnSpPr>
            <p:spPr>
              <a:xfrm>
                <a:off x="44469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75" name="Google Shape;1275;p16"/>
              <p:cNvCxnSpPr/>
              <p:nvPr/>
            </p:nvCxnSpPr>
            <p:spPr>
              <a:xfrm>
                <a:off x="45898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76" name="Google Shape;1276;p16"/>
              <p:cNvCxnSpPr/>
              <p:nvPr/>
            </p:nvCxnSpPr>
            <p:spPr>
              <a:xfrm>
                <a:off x="4732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77" name="Google Shape;1277;p16"/>
              <p:cNvCxnSpPr/>
              <p:nvPr/>
            </p:nvCxnSpPr>
            <p:spPr>
              <a:xfrm>
                <a:off x="4875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78" name="Google Shape;1278;p16"/>
              <p:cNvCxnSpPr/>
              <p:nvPr/>
            </p:nvCxnSpPr>
            <p:spPr>
              <a:xfrm>
                <a:off x="5018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79" name="Google Shape;1279;p16"/>
              <p:cNvCxnSpPr/>
              <p:nvPr/>
            </p:nvCxnSpPr>
            <p:spPr>
              <a:xfrm>
                <a:off x="5161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80" name="Google Shape;1280;p16"/>
              <p:cNvCxnSpPr/>
              <p:nvPr/>
            </p:nvCxnSpPr>
            <p:spPr>
              <a:xfrm>
                <a:off x="5304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81" name="Google Shape;1281;p16"/>
              <p:cNvCxnSpPr/>
              <p:nvPr/>
            </p:nvCxnSpPr>
            <p:spPr>
              <a:xfrm>
                <a:off x="5447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82" name="Google Shape;1282;p16"/>
              <p:cNvCxnSpPr/>
              <p:nvPr/>
            </p:nvCxnSpPr>
            <p:spPr>
              <a:xfrm>
                <a:off x="55899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83" name="Google Shape;1283;p16"/>
              <p:cNvCxnSpPr/>
              <p:nvPr/>
            </p:nvCxnSpPr>
            <p:spPr>
              <a:xfrm>
                <a:off x="57328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84" name="Google Shape;1284;p16"/>
              <p:cNvCxnSpPr/>
              <p:nvPr/>
            </p:nvCxnSpPr>
            <p:spPr>
              <a:xfrm>
                <a:off x="5875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85" name="Google Shape;1285;p16"/>
              <p:cNvCxnSpPr/>
              <p:nvPr/>
            </p:nvCxnSpPr>
            <p:spPr>
              <a:xfrm>
                <a:off x="6018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86" name="Google Shape;1286;p16"/>
              <p:cNvCxnSpPr/>
              <p:nvPr/>
            </p:nvCxnSpPr>
            <p:spPr>
              <a:xfrm>
                <a:off x="6161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87" name="Google Shape;1287;p16"/>
              <p:cNvCxnSpPr/>
              <p:nvPr/>
            </p:nvCxnSpPr>
            <p:spPr>
              <a:xfrm>
                <a:off x="6304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88" name="Google Shape;1288;p16"/>
              <p:cNvCxnSpPr/>
              <p:nvPr/>
            </p:nvCxnSpPr>
            <p:spPr>
              <a:xfrm>
                <a:off x="6447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89" name="Google Shape;1289;p16"/>
              <p:cNvCxnSpPr/>
              <p:nvPr/>
            </p:nvCxnSpPr>
            <p:spPr>
              <a:xfrm>
                <a:off x="6590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90" name="Google Shape;1290;p16"/>
              <p:cNvCxnSpPr/>
              <p:nvPr/>
            </p:nvCxnSpPr>
            <p:spPr>
              <a:xfrm>
                <a:off x="67329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91" name="Google Shape;1291;p16"/>
              <p:cNvCxnSpPr/>
              <p:nvPr/>
            </p:nvCxnSpPr>
            <p:spPr>
              <a:xfrm>
                <a:off x="68758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92" name="Google Shape;1292;p16"/>
              <p:cNvCxnSpPr/>
              <p:nvPr/>
            </p:nvCxnSpPr>
            <p:spPr>
              <a:xfrm>
                <a:off x="7018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93" name="Google Shape;1293;p16"/>
              <p:cNvCxnSpPr/>
              <p:nvPr/>
            </p:nvCxnSpPr>
            <p:spPr>
              <a:xfrm>
                <a:off x="7161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94" name="Google Shape;1294;p16"/>
              <p:cNvCxnSpPr/>
              <p:nvPr/>
            </p:nvCxnSpPr>
            <p:spPr>
              <a:xfrm>
                <a:off x="7304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95" name="Google Shape;1295;p16"/>
              <p:cNvCxnSpPr/>
              <p:nvPr/>
            </p:nvCxnSpPr>
            <p:spPr>
              <a:xfrm>
                <a:off x="7447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96" name="Google Shape;1296;p16"/>
              <p:cNvCxnSpPr/>
              <p:nvPr/>
            </p:nvCxnSpPr>
            <p:spPr>
              <a:xfrm>
                <a:off x="7590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97" name="Google Shape;1297;p16"/>
              <p:cNvCxnSpPr/>
              <p:nvPr/>
            </p:nvCxnSpPr>
            <p:spPr>
              <a:xfrm>
                <a:off x="7733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98" name="Google Shape;1298;p16"/>
              <p:cNvCxnSpPr/>
              <p:nvPr/>
            </p:nvCxnSpPr>
            <p:spPr>
              <a:xfrm>
                <a:off x="78759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99" name="Google Shape;1299;p16"/>
              <p:cNvCxnSpPr/>
              <p:nvPr/>
            </p:nvCxnSpPr>
            <p:spPr>
              <a:xfrm>
                <a:off x="80188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300" name="Google Shape;1300;p16"/>
              <p:cNvCxnSpPr/>
              <p:nvPr/>
            </p:nvCxnSpPr>
            <p:spPr>
              <a:xfrm>
                <a:off x="8161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301" name="Google Shape;1301;p16"/>
              <p:cNvCxnSpPr/>
              <p:nvPr/>
            </p:nvCxnSpPr>
            <p:spPr>
              <a:xfrm>
                <a:off x="8304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302" name="Google Shape;1302;p16"/>
              <p:cNvCxnSpPr/>
              <p:nvPr/>
            </p:nvCxnSpPr>
            <p:spPr>
              <a:xfrm>
                <a:off x="8447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303" name="Google Shape;1303;p16"/>
              <p:cNvCxnSpPr/>
              <p:nvPr/>
            </p:nvCxnSpPr>
            <p:spPr>
              <a:xfrm>
                <a:off x="8590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304" name="Google Shape;1304;p16"/>
              <p:cNvCxnSpPr/>
              <p:nvPr/>
            </p:nvCxnSpPr>
            <p:spPr>
              <a:xfrm>
                <a:off x="8733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305" name="Google Shape;1305;p16"/>
              <p:cNvCxnSpPr/>
              <p:nvPr/>
            </p:nvCxnSpPr>
            <p:spPr>
              <a:xfrm>
                <a:off x="8876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306" name="Google Shape;1306;p16"/>
              <p:cNvCxnSpPr/>
              <p:nvPr/>
            </p:nvCxnSpPr>
            <p:spPr>
              <a:xfrm>
                <a:off x="9018975" y="-75925"/>
                <a:ext cx="0" cy="5272200"/>
              </a:xfrm>
              <a:prstGeom prst="straightConnector1">
                <a:avLst/>
              </a:prstGeom>
              <a:noFill/>
              <a:ln w="9525" cap="flat" cmpd="sng">
                <a:solidFill>
                  <a:schemeClr val="lt1"/>
                </a:solidFill>
                <a:prstDash val="solid"/>
                <a:round/>
                <a:headEnd type="none" w="med" len="med"/>
                <a:tailEnd type="none" w="med" len="med"/>
              </a:ln>
            </p:spPr>
          </p:cxnSp>
        </p:grpSp>
        <p:grpSp>
          <p:nvGrpSpPr>
            <p:cNvPr id="1307" name="Google Shape;1307;p16"/>
            <p:cNvGrpSpPr/>
            <p:nvPr/>
          </p:nvGrpSpPr>
          <p:grpSpPr>
            <a:xfrm>
              <a:off x="-42900" y="133350"/>
              <a:ext cx="9229800" cy="4876800"/>
              <a:chOff x="-44050" y="143150"/>
              <a:chExt cx="9229800" cy="4876800"/>
            </a:xfrm>
          </p:grpSpPr>
          <p:cxnSp>
            <p:nvCxnSpPr>
              <p:cNvPr id="1308" name="Google Shape;1308;p16"/>
              <p:cNvCxnSpPr/>
              <p:nvPr/>
            </p:nvCxnSpPr>
            <p:spPr>
              <a:xfrm>
                <a:off x="-44050" y="1431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309" name="Google Shape;1309;p16"/>
              <p:cNvCxnSpPr/>
              <p:nvPr/>
            </p:nvCxnSpPr>
            <p:spPr>
              <a:xfrm>
                <a:off x="-44050" y="2955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310" name="Google Shape;1310;p16"/>
              <p:cNvCxnSpPr/>
              <p:nvPr/>
            </p:nvCxnSpPr>
            <p:spPr>
              <a:xfrm>
                <a:off x="-44050" y="4479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311" name="Google Shape;1311;p16"/>
              <p:cNvCxnSpPr/>
              <p:nvPr/>
            </p:nvCxnSpPr>
            <p:spPr>
              <a:xfrm>
                <a:off x="-44050" y="6003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312" name="Google Shape;1312;p16"/>
              <p:cNvCxnSpPr/>
              <p:nvPr/>
            </p:nvCxnSpPr>
            <p:spPr>
              <a:xfrm>
                <a:off x="-44050" y="7527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313" name="Google Shape;1313;p16"/>
              <p:cNvCxnSpPr/>
              <p:nvPr/>
            </p:nvCxnSpPr>
            <p:spPr>
              <a:xfrm>
                <a:off x="-44050" y="9051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314" name="Google Shape;1314;p16"/>
              <p:cNvCxnSpPr/>
              <p:nvPr/>
            </p:nvCxnSpPr>
            <p:spPr>
              <a:xfrm>
                <a:off x="-44050" y="10575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315" name="Google Shape;1315;p16"/>
              <p:cNvCxnSpPr/>
              <p:nvPr/>
            </p:nvCxnSpPr>
            <p:spPr>
              <a:xfrm>
                <a:off x="-44050" y="12099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316" name="Google Shape;1316;p16"/>
              <p:cNvCxnSpPr/>
              <p:nvPr/>
            </p:nvCxnSpPr>
            <p:spPr>
              <a:xfrm>
                <a:off x="-44050" y="13623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317" name="Google Shape;1317;p16"/>
              <p:cNvCxnSpPr/>
              <p:nvPr/>
            </p:nvCxnSpPr>
            <p:spPr>
              <a:xfrm>
                <a:off x="-44050" y="15147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318" name="Google Shape;1318;p16"/>
              <p:cNvCxnSpPr/>
              <p:nvPr/>
            </p:nvCxnSpPr>
            <p:spPr>
              <a:xfrm>
                <a:off x="-44050" y="16671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319" name="Google Shape;1319;p16"/>
              <p:cNvCxnSpPr/>
              <p:nvPr/>
            </p:nvCxnSpPr>
            <p:spPr>
              <a:xfrm>
                <a:off x="-44050" y="18195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320" name="Google Shape;1320;p16"/>
              <p:cNvCxnSpPr/>
              <p:nvPr/>
            </p:nvCxnSpPr>
            <p:spPr>
              <a:xfrm>
                <a:off x="-44050" y="19719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321" name="Google Shape;1321;p16"/>
              <p:cNvCxnSpPr/>
              <p:nvPr/>
            </p:nvCxnSpPr>
            <p:spPr>
              <a:xfrm>
                <a:off x="-44050" y="21243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322" name="Google Shape;1322;p16"/>
              <p:cNvCxnSpPr/>
              <p:nvPr/>
            </p:nvCxnSpPr>
            <p:spPr>
              <a:xfrm>
                <a:off x="-44050" y="22767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323" name="Google Shape;1323;p16"/>
              <p:cNvCxnSpPr/>
              <p:nvPr/>
            </p:nvCxnSpPr>
            <p:spPr>
              <a:xfrm>
                <a:off x="-44050" y="24291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324" name="Google Shape;1324;p16"/>
              <p:cNvCxnSpPr/>
              <p:nvPr/>
            </p:nvCxnSpPr>
            <p:spPr>
              <a:xfrm>
                <a:off x="-44050" y="25815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325" name="Google Shape;1325;p16"/>
              <p:cNvCxnSpPr/>
              <p:nvPr/>
            </p:nvCxnSpPr>
            <p:spPr>
              <a:xfrm>
                <a:off x="-44050" y="27339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326" name="Google Shape;1326;p16"/>
              <p:cNvCxnSpPr/>
              <p:nvPr/>
            </p:nvCxnSpPr>
            <p:spPr>
              <a:xfrm>
                <a:off x="-44050" y="28863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327" name="Google Shape;1327;p16"/>
              <p:cNvCxnSpPr/>
              <p:nvPr/>
            </p:nvCxnSpPr>
            <p:spPr>
              <a:xfrm>
                <a:off x="-44050" y="30387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328" name="Google Shape;1328;p16"/>
              <p:cNvCxnSpPr/>
              <p:nvPr/>
            </p:nvCxnSpPr>
            <p:spPr>
              <a:xfrm>
                <a:off x="-44050" y="31911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329" name="Google Shape;1329;p16"/>
              <p:cNvCxnSpPr/>
              <p:nvPr/>
            </p:nvCxnSpPr>
            <p:spPr>
              <a:xfrm>
                <a:off x="-44050" y="33435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330" name="Google Shape;1330;p16"/>
              <p:cNvCxnSpPr/>
              <p:nvPr/>
            </p:nvCxnSpPr>
            <p:spPr>
              <a:xfrm>
                <a:off x="-44050" y="34959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331" name="Google Shape;1331;p16"/>
              <p:cNvCxnSpPr/>
              <p:nvPr/>
            </p:nvCxnSpPr>
            <p:spPr>
              <a:xfrm>
                <a:off x="-44050" y="36483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332" name="Google Shape;1332;p16"/>
              <p:cNvCxnSpPr/>
              <p:nvPr/>
            </p:nvCxnSpPr>
            <p:spPr>
              <a:xfrm>
                <a:off x="-44050" y="38007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333" name="Google Shape;1333;p16"/>
              <p:cNvCxnSpPr/>
              <p:nvPr/>
            </p:nvCxnSpPr>
            <p:spPr>
              <a:xfrm>
                <a:off x="-44050" y="39531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334" name="Google Shape;1334;p16"/>
              <p:cNvCxnSpPr/>
              <p:nvPr/>
            </p:nvCxnSpPr>
            <p:spPr>
              <a:xfrm>
                <a:off x="-44050" y="41055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335" name="Google Shape;1335;p16"/>
              <p:cNvCxnSpPr/>
              <p:nvPr/>
            </p:nvCxnSpPr>
            <p:spPr>
              <a:xfrm>
                <a:off x="-44050" y="42579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336" name="Google Shape;1336;p16"/>
              <p:cNvCxnSpPr/>
              <p:nvPr/>
            </p:nvCxnSpPr>
            <p:spPr>
              <a:xfrm>
                <a:off x="-44050" y="44103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337" name="Google Shape;1337;p16"/>
              <p:cNvCxnSpPr/>
              <p:nvPr/>
            </p:nvCxnSpPr>
            <p:spPr>
              <a:xfrm>
                <a:off x="-44050" y="45627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338" name="Google Shape;1338;p16"/>
              <p:cNvCxnSpPr/>
              <p:nvPr/>
            </p:nvCxnSpPr>
            <p:spPr>
              <a:xfrm>
                <a:off x="-44050" y="47151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339" name="Google Shape;1339;p16"/>
              <p:cNvCxnSpPr/>
              <p:nvPr/>
            </p:nvCxnSpPr>
            <p:spPr>
              <a:xfrm>
                <a:off x="-44050" y="48675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340" name="Google Shape;1340;p16"/>
              <p:cNvCxnSpPr/>
              <p:nvPr/>
            </p:nvCxnSpPr>
            <p:spPr>
              <a:xfrm>
                <a:off x="-44050" y="5019950"/>
                <a:ext cx="9229800" cy="0"/>
              </a:xfrm>
              <a:prstGeom prst="straightConnector1">
                <a:avLst/>
              </a:prstGeom>
              <a:noFill/>
              <a:ln w="9525" cap="flat" cmpd="sng">
                <a:solidFill>
                  <a:schemeClr val="lt1"/>
                </a:solidFill>
                <a:prstDash val="solid"/>
                <a:round/>
                <a:headEnd type="none" w="med" len="med"/>
                <a:tailEnd type="none" w="med" len="med"/>
              </a:ln>
            </p:spPr>
          </p:cxnSp>
        </p:grpSp>
      </p:grpSp>
      <p:sp>
        <p:nvSpPr>
          <p:cNvPr id="1341" name="Google Shape;1341;p16"/>
          <p:cNvSpPr txBox="1">
            <a:spLocks noGrp="1"/>
          </p:cNvSpPr>
          <p:nvPr>
            <p:ph type="title"/>
          </p:nvPr>
        </p:nvSpPr>
        <p:spPr>
          <a:xfrm>
            <a:off x="960000" y="2831700"/>
            <a:ext cx="4828000" cy="609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933"/>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342" name="Google Shape;1342;p16"/>
          <p:cNvSpPr txBox="1">
            <a:spLocks noGrp="1"/>
          </p:cNvSpPr>
          <p:nvPr>
            <p:ph type="title" idx="2" hasCustomPrompt="1"/>
          </p:nvPr>
        </p:nvSpPr>
        <p:spPr>
          <a:xfrm>
            <a:off x="960000" y="2142100"/>
            <a:ext cx="2635200" cy="7912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solidFill>
                  <a:schemeClr val="lt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1343" name="Google Shape;1343;p16"/>
          <p:cNvSpPr txBox="1">
            <a:spLocks noGrp="1"/>
          </p:cNvSpPr>
          <p:nvPr>
            <p:ph type="subTitle" idx="1"/>
          </p:nvPr>
        </p:nvSpPr>
        <p:spPr>
          <a:xfrm>
            <a:off x="960000" y="3339700"/>
            <a:ext cx="4828000" cy="487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344" name="Google Shape;1344;p16"/>
          <p:cNvSpPr txBox="1">
            <a:spLocks noGrp="1"/>
          </p:cNvSpPr>
          <p:nvPr>
            <p:ph type="title" idx="3"/>
          </p:nvPr>
        </p:nvSpPr>
        <p:spPr>
          <a:xfrm>
            <a:off x="6403999" y="2831700"/>
            <a:ext cx="4828000" cy="609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933"/>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345" name="Google Shape;1345;p16"/>
          <p:cNvSpPr txBox="1">
            <a:spLocks noGrp="1"/>
          </p:cNvSpPr>
          <p:nvPr>
            <p:ph type="title" idx="4" hasCustomPrompt="1"/>
          </p:nvPr>
        </p:nvSpPr>
        <p:spPr>
          <a:xfrm>
            <a:off x="6403999" y="2142100"/>
            <a:ext cx="2635200" cy="7912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solidFill>
                  <a:schemeClr val="accent1"/>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1346" name="Google Shape;1346;p16"/>
          <p:cNvSpPr txBox="1">
            <a:spLocks noGrp="1"/>
          </p:cNvSpPr>
          <p:nvPr>
            <p:ph type="subTitle" idx="5"/>
          </p:nvPr>
        </p:nvSpPr>
        <p:spPr>
          <a:xfrm>
            <a:off x="6403999" y="3339700"/>
            <a:ext cx="4828000" cy="487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347" name="Google Shape;1347;p16"/>
          <p:cNvSpPr txBox="1">
            <a:spLocks noGrp="1"/>
          </p:cNvSpPr>
          <p:nvPr>
            <p:ph type="title" idx="6"/>
          </p:nvPr>
        </p:nvSpPr>
        <p:spPr>
          <a:xfrm>
            <a:off x="960000" y="4988133"/>
            <a:ext cx="4828000" cy="609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933"/>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348" name="Google Shape;1348;p16"/>
          <p:cNvSpPr txBox="1">
            <a:spLocks noGrp="1"/>
          </p:cNvSpPr>
          <p:nvPr>
            <p:ph type="title" idx="7" hasCustomPrompt="1"/>
          </p:nvPr>
        </p:nvSpPr>
        <p:spPr>
          <a:xfrm>
            <a:off x="960000" y="4298833"/>
            <a:ext cx="2635200" cy="7912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solidFill>
                  <a:schemeClr val="accent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1349" name="Google Shape;1349;p16"/>
          <p:cNvSpPr txBox="1">
            <a:spLocks noGrp="1"/>
          </p:cNvSpPr>
          <p:nvPr>
            <p:ph type="subTitle" idx="8"/>
          </p:nvPr>
        </p:nvSpPr>
        <p:spPr>
          <a:xfrm>
            <a:off x="960000" y="5496133"/>
            <a:ext cx="4828000" cy="487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350" name="Google Shape;1350;p16"/>
          <p:cNvSpPr txBox="1">
            <a:spLocks noGrp="1"/>
          </p:cNvSpPr>
          <p:nvPr>
            <p:ph type="title" idx="9"/>
          </p:nvPr>
        </p:nvSpPr>
        <p:spPr>
          <a:xfrm>
            <a:off x="6403999" y="4988133"/>
            <a:ext cx="4828000" cy="609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933"/>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351" name="Google Shape;1351;p16"/>
          <p:cNvSpPr txBox="1">
            <a:spLocks noGrp="1"/>
          </p:cNvSpPr>
          <p:nvPr>
            <p:ph type="title" idx="13" hasCustomPrompt="1"/>
          </p:nvPr>
        </p:nvSpPr>
        <p:spPr>
          <a:xfrm>
            <a:off x="6403999" y="4298833"/>
            <a:ext cx="2635200" cy="7912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solidFill>
                  <a:schemeClr val="accent3"/>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1352" name="Google Shape;1352;p16"/>
          <p:cNvSpPr txBox="1">
            <a:spLocks noGrp="1"/>
          </p:cNvSpPr>
          <p:nvPr>
            <p:ph type="subTitle" idx="14"/>
          </p:nvPr>
        </p:nvSpPr>
        <p:spPr>
          <a:xfrm>
            <a:off x="6403999" y="5496133"/>
            <a:ext cx="4828000" cy="487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353" name="Google Shape;1353;p16"/>
          <p:cNvSpPr txBox="1">
            <a:spLocks noGrp="1"/>
          </p:cNvSpPr>
          <p:nvPr>
            <p:ph type="title" idx="15"/>
          </p:nvPr>
        </p:nvSpPr>
        <p:spPr>
          <a:xfrm>
            <a:off x="960000" y="443393"/>
            <a:ext cx="10272000" cy="85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extLst>
      <p:ext uri="{BB962C8B-B14F-4D97-AF65-F5344CB8AC3E}">
        <p14:creationId xmlns:p14="http://schemas.microsoft.com/office/powerpoint/2010/main" val="27872686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1_Section header">
    <p:spTree>
      <p:nvGrpSpPr>
        <p:cNvPr id="1" name="Shape 110"/>
        <p:cNvGrpSpPr/>
        <p:nvPr/>
      </p:nvGrpSpPr>
      <p:grpSpPr>
        <a:xfrm>
          <a:off x="0" y="0"/>
          <a:ext cx="0" cy="0"/>
          <a:chOff x="0" y="0"/>
          <a:chExt cx="0" cy="0"/>
        </a:xfrm>
      </p:grpSpPr>
      <p:grpSp>
        <p:nvGrpSpPr>
          <p:cNvPr id="111" name="Google Shape;111;p3"/>
          <p:cNvGrpSpPr/>
          <p:nvPr/>
        </p:nvGrpSpPr>
        <p:grpSpPr>
          <a:xfrm>
            <a:off x="-57200" y="-85800"/>
            <a:ext cx="12306400" cy="7029600"/>
            <a:chOff x="-42900" y="-64350"/>
            <a:chExt cx="9229800" cy="5272200"/>
          </a:xfrm>
        </p:grpSpPr>
        <p:grpSp>
          <p:nvGrpSpPr>
            <p:cNvPr id="112" name="Google Shape;112;p3"/>
            <p:cNvGrpSpPr/>
            <p:nvPr/>
          </p:nvGrpSpPr>
          <p:grpSpPr>
            <a:xfrm>
              <a:off x="142875" y="-64350"/>
              <a:ext cx="8858250" cy="5272200"/>
              <a:chOff x="160725" y="-75925"/>
              <a:chExt cx="8858250" cy="5272200"/>
            </a:xfrm>
          </p:grpSpPr>
          <p:cxnSp>
            <p:nvCxnSpPr>
              <p:cNvPr id="113" name="Google Shape;113;p3"/>
              <p:cNvCxnSpPr/>
              <p:nvPr/>
            </p:nvCxnSpPr>
            <p:spPr>
              <a:xfrm>
                <a:off x="160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4" name="Google Shape;114;p3"/>
              <p:cNvCxnSpPr/>
              <p:nvPr/>
            </p:nvCxnSpPr>
            <p:spPr>
              <a:xfrm>
                <a:off x="303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5" name="Google Shape;115;p3"/>
              <p:cNvCxnSpPr/>
              <p:nvPr/>
            </p:nvCxnSpPr>
            <p:spPr>
              <a:xfrm>
                <a:off x="446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6" name="Google Shape;116;p3"/>
              <p:cNvCxnSpPr/>
              <p:nvPr/>
            </p:nvCxnSpPr>
            <p:spPr>
              <a:xfrm>
                <a:off x="589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7" name="Google Shape;117;p3"/>
              <p:cNvCxnSpPr/>
              <p:nvPr/>
            </p:nvCxnSpPr>
            <p:spPr>
              <a:xfrm>
                <a:off x="732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8" name="Google Shape;118;p3"/>
              <p:cNvCxnSpPr/>
              <p:nvPr/>
            </p:nvCxnSpPr>
            <p:spPr>
              <a:xfrm>
                <a:off x="875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9" name="Google Shape;119;p3"/>
              <p:cNvCxnSpPr/>
              <p:nvPr/>
            </p:nvCxnSpPr>
            <p:spPr>
              <a:xfrm>
                <a:off x="10179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0" name="Google Shape;120;p3"/>
              <p:cNvCxnSpPr/>
              <p:nvPr/>
            </p:nvCxnSpPr>
            <p:spPr>
              <a:xfrm>
                <a:off x="11608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1" name="Google Shape;121;p3"/>
              <p:cNvCxnSpPr/>
              <p:nvPr/>
            </p:nvCxnSpPr>
            <p:spPr>
              <a:xfrm>
                <a:off x="1303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2" name="Google Shape;122;p3"/>
              <p:cNvCxnSpPr/>
              <p:nvPr/>
            </p:nvCxnSpPr>
            <p:spPr>
              <a:xfrm>
                <a:off x="1446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3" name="Google Shape;123;p3"/>
              <p:cNvCxnSpPr/>
              <p:nvPr/>
            </p:nvCxnSpPr>
            <p:spPr>
              <a:xfrm>
                <a:off x="1589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4" name="Google Shape;124;p3"/>
              <p:cNvCxnSpPr/>
              <p:nvPr/>
            </p:nvCxnSpPr>
            <p:spPr>
              <a:xfrm>
                <a:off x="1732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5" name="Google Shape;125;p3"/>
              <p:cNvCxnSpPr/>
              <p:nvPr/>
            </p:nvCxnSpPr>
            <p:spPr>
              <a:xfrm>
                <a:off x="1875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6" name="Google Shape;126;p3"/>
              <p:cNvCxnSpPr/>
              <p:nvPr/>
            </p:nvCxnSpPr>
            <p:spPr>
              <a:xfrm>
                <a:off x="2018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7" name="Google Shape;127;p3"/>
              <p:cNvCxnSpPr/>
              <p:nvPr/>
            </p:nvCxnSpPr>
            <p:spPr>
              <a:xfrm>
                <a:off x="21609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8" name="Google Shape;128;p3"/>
              <p:cNvCxnSpPr/>
              <p:nvPr/>
            </p:nvCxnSpPr>
            <p:spPr>
              <a:xfrm>
                <a:off x="23038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9" name="Google Shape;129;p3"/>
              <p:cNvCxnSpPr/>
              <p:nvPr/>
            </p:nvCxnSpPr>
            <p:spPr>
              <a:xfrm>
                <a:off x="2446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30" name="Google Shape;130;p3"/>
              <p:cNvCxnSpPr/>
              <p:nvPr/>
            </p:nvCxnSpPr>
            <p:spPr>
              <a:xfrm>
                <a:off x="2589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31" name="Google Shape;131;p3"/>
              <p:cNvCxnSpPr/>
              <p:nvPr/>
            </p:nvCxnSpPr>
            <p:spPr>
              <a:xfrm>
                <a:off x="2732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32" name="Google Shape;132;p3"/>
              <p:cNvCxnSpPr/>
              <p:nvPr/>
            </p:nvCxnSpPr>
            <p:spPr>
              <a:xfrm>
                <a:off x="2875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33" name="Google Shape;133;p3"/>
              <p:cNvCxnSpPr/>
              <p:nvPr/>
            </p:nvCxnSpPr>
            <p:spPr>
              <a:xfrm>
                <a:off x="3018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34" name="Google Shape;134;p3"/>
              <p:cNvCxnSpPr/>
              <p:nvPr/>
            </p:nvCxnSpPr>
            <p:spPr>
              <a:xfrm>
                <a:off x="3161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35" name="Google Shape;135;p3"/>
              <p:cNvCxnSpPr/>
              <p:nvPr/>
            </p:nvCxnSpPr>
            <p:spPr>
              <a:xfrm>
                <a:off x="33039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36" name="Google Shape;136;p3"/>
              <p:cNvCxnSpPr/>
              <p:nvPr/>
            </p:nvCxnSpPr>
            <p:spPr>
              <a:xfrm>
                <a:off x="34468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37" name="Google Shape;137;p3"/>
              <p:cNvCxnSpPr/>
              <p:nvPr/>
            </p:nvCxnSpPr>
            <p:spPr>
              <a:xfrm>
                <a:off x="3589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38" name="Google Shape;138;p3"/>
              <p:cNvCxnSpPr/>
              <p:nvPr/>
            </p:nvCxnSpPr>
            <p:spPr>
              <a:xfrm>
                <a:off x="3732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39" name="Google Shape;139;p3"/>
              <p:cNvCxnSpPr/>
              <p:nvPr/>
            </p:nvCxnSpPr>
            <p:spPr>
              <a:xfrm>
                <a:off x="3875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40" name="Google Shape;140;p3"/>
              <p:cNvCxnSpPr/>
              <p:nvPr/>
            </p:nvCxnSpPr>
            <p:spPr>
              <a:xfrm>
                <a:off x="4018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41" name="Google Shape;141;p3"/>
              <p:cNvCxnSpPr/>
              <p:nvPr/>
            </p:nvCxnSpPr>
            <p:spPr>
              <a:xfrm>
                <a:off x="4161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42" name="Google Shape;142;p3"/>
              <p:cNvCxnSpPr/>
              <p:nvPr/>
            </p:nvCxnSpPr>
            <p:spPr>
              <a:xfrm>
                <a:off x="4304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43" name="Google Shape;143;p3"/>
              <p:cNvCxnSpPr/>
              <p:nvPr/>
            </p:nvCxnSpPr>
            <p:spPr>
              <a:xfrm>
                <a:off x="44469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44" name="Google Shape;144;p3"/>
              <p:cNvCxnSpPr/>
              <p:nvPr/>
            </p:nvCxnSpPr>
            <p:spPr>
              <a:xfrm>
                <a:off x="45898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45" name="Google Shape;145;p3"/>
              <p:cNvCxnSpPr/>
              <p:nvPr/>
            </p:nvCxnSpPr>
            <p:spPr>
              <a:xfrm>
                <a:off x="4732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46" name="Google Shape;146;p3"/>
              <p:cNvCxnSpPr/>
              <p:nvPr/>
            </p:nvCxnSpPr>
            <p:spPr>
              <a:xfrm>
                <a:off x="4875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47" name="Google Shape;147;p3"/>
              <p:cNvCxnSpPr/>
              <p:nvPr/>
            </p:nvCxnSpPr>
            <p:spPr>
              <a:xfrm>
                <a:off x="5018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48" name="Google Shape;148;p3"/>
              <p:cNvCxnSpPr/>
              <p:nvPr/>
            </p:nvCxnSpPr>
            <p:spPr>
              <a:xfrm>
                <a:off x="5161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49" name="Google Shape;149;p3"/>
              <p:cNvCxnSpPr/>
              <p:nvPr/>
            </p:nvCxnSpPr>
            <p:spPr>
              <a:xfrm>
                <a:off x="5304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50" name="Google Shape;150;p3"/>
              <p:cNvCxnSpPr/>
              <p:nvPr/>
            </p:nvCxnSpPr>
            <p:spPr>
              <a:xfrm>
                <a:off x="5447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51" name="Google Shape;151;p3"/>
              <p:cNvCxnSpPr/>
              <p:nvPr/>
            </p:nvCxnSpPr>
            <p:spPr>
              <a:xfrm>
                <a:off x="55899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52" name="Google Shape;152;p3"/>
              <p:cNvCxnSpPr/>
              <p:nvPr/>
            </p:nvCxnSpPr>
            <p:spPr>
              <a:xfrm>
                <a:off x="57328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53" name="Google Shape;153;p3"/>
              <p:cNvCxnSpPr/>
              <p:nvPr/>
            </p:nvCxnSpPr>
            <p:spPr>
              <a:xfrm>
                <a:off x="5875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54" name="Google Shape;154;p3"/>
              <p:cNvCxnSpPr/>
              <p:nvPr/>
            </p:nvCxnSpPr>
            <p:spPr>
              <a:xfrm>
                <a:off x="6018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55" name="Google Shape;155;p3"/>
              <p:cNvCxnSpPr/>
              <p:nvPr/>
            </p:nvCxnSpPr>
            <p:spPr>
              <a:xfrm>
                <a:off x="6161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56" name="Google Shape;156;p3"/>
              <p:cNvCxnSpPr/>
              <p:nvPr/>
            </p:nvCxnSpPr>
            <p:spPr>
              <a:xfrm>
                <a:off x="6304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57" name="Google Shape;157;p3"/>
              <p:cNvCxnSpPr/>
              <p:nvPr/>
            </p:nvCxnSpPr>
            <p:spPr>
              <a:xfrm>
                <a:off x="6447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58" name="Google Shape;158;p3"/>
              <p:cNvCxnSpPr/>
              <p:nvPr/>
            </p:nvCxnSpPr>
            <p:spPr>
              <a:xfrm>
                <a:off x="6590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59" name="Google Shape;159;p3"/>
              <p:cNvCxnSpPr/>
              <p:nvPr/>
            </p:nvCxnSpPr>
            <p:spPr>
              <a:xfrm>
                <a:off x="67329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60" name="Google Shape;160;p3"/>
              <p:cNvCxnSpPr/>
              <p:nvPr/>
            </p:nvCxnSpPr>
            <p:spPr>
              <a:xfrm>
                <a:off x="68758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61" name="Google Shape;161;p3"/>
              <p:cNvCxnSpPr/>
              <p:nvPr/>
            </p:nvCxnSpPr>
            <p:spPr>
              <a:xfrm>
                <a:off x="7018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62" name="Google Shape;162;p3"/>
              <p:cNvCxnSpPr/>
              <p:nvPr/>
            </p:nvCxnSpPr>
            <p:spPr>
              <a:xfrm>
                <a:off x="7161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63" name="Google Shape;163;p3"/>
              <p:cNvCxnSpPr/>
              <p:nvPr/>
            </p:nvCxnSpPr>
            <p:spPr>
              <a:xfrm>
                <a:off x="7304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64" name="Google Shape;164;p3"/>
              <p:cNvCxnSpPr/>
              <p:nvPr/>
            </p:nvCxnSpPr>
            <p:spPr>
              <a:xfrm>
                <a:off x="7447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65" name="Google Shape;165;p3"/>
              <p:cNvCxnSpPr/>
              <p:nvPr/>
            </p:nvCxnSpPr>
            <p:spPr>
              <a:xfrm>
                <a:off x="7590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66" name="Google Shape;166;p3"/>
              <p:cNvCxnSpPr/>
              <p:nvPr/>
            </p:nvCxnSpPr>
            <p:spPr>
              <a:xfrm>
                <a:off x="7733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67" name="Google Shape;167;p3"/>
              <p:cNvCxnSpPr/>
              <p:nvPr/>
            </p:nvCxnSpPr>
            <p:spPr>
              <a:xfrm>
                <a:off x="78759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68" name="Google Shape;168;p3"/>
              <p:cNvCxnSpPr/>
              <p:nvPr/>
            </p:nvCxnSpPr>
            <p:spPr>
              <a:xfrm>
                <a:off x="80188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69" name="Google Shape;169;p3"/>
              <p:cNvCxnSpPr/>
              <p:nvPr/>
            </p:nvCxnSpPr>
            <p:spPr>
              <a:xfrm>
                <a:off x="8161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70" name="Google Shape;170;p3"/>
              <p:cNvCxnSpPr/>
              <p:nvPr/>
            </p:nvCxnSpPr>
            <p:spPr>
              <a:xfrm>
                <a:off x="8304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71" name="Google Shape;171;p3"/>
              <p:cNvCxnSpPr/>
              <p:nvPr/>
            </p:nvCxnSpPr>
            <p:spPr>
              <a:xfrm>
                <a:off x="8447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72" name="Google Shape;172;p3"/>
              <p:cNvCxnSpPr/>
              <p:nvPr/>
            </p:nvCxnSpPr>
            <p:spPr>
              <a:xfrm>
                <a:off x="8590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73" name="Google Shape;173;p3"/>
              <p:cNvCxnSpPr/>
              <p:nvPr/>
            </p:nvCxnSpPr>
            <p:spPr>
              <a:xfrm>
                <a:off x="8733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74" name="Google Shape;174;p3"/>
              <p:cNvCxnSpPr/>
              <p:nvPr/>
            </p:nvCxnSpPr>
            <p:spPr>
              <a:xfrm>
                <a:off x="8876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75" name="Google Shape;175;p3"/>
              <p:cNvCxnSpPr/>
              <p:nvPr/>
            </p:nvCxnSpPr>
            <p:spPr>
              <a:xfrm>
                <a:off x="9018975" y="-75925"/>
                <a:ext cx="0" cy="5272200"/>
              </a:xfrm>
              <a:prstGeom prst="straightConnector1">
                <a:avLst/>
              </a:prstGeom>
              <a:noFill/>
              <a:ln w="9525" cap="flat" cmpd="sng">
                <a:solidFill>
                  <a:schemeClr val="lt1"/>
                </a:solidFill>
                <a:prstDash val="solid"/>
                <a:round/>
                <a:headEnd type="none" w="med" len="med"/>
                <a:tailEnd type="none" w="med" len="med"/>
              </a:ln>
            </p:spPr>
          </p:cxnSp>
        </p:grpSp>
        <p:grpSp>
          <p:nvGrpSpPr>
            <p:cNvPr id="176" name="Google Shape;176;p3"/>
            <p:cNvGrpSpPr/>
            <p:nvPr/>
          </p:nvGrpSpPr>
          <p:grpSpPr>
            <a:xfrm>
              <a:off x="-42900" y="133350"/>
              <a:ext cx="9229800" cy="4876800"/>
              <a:chOff x="-44050" y="143150"/>
              <a:chExt cx="9229800" cy="4876800"/>
            </a:xfrm>
          </p:grpSpPr>
          <p:cxnSp>
            <p:nvCxnSpPr>
              <p:cNvPr id="177" name="Google Shape;177;p3"/>
              <p:cNvCxnSpPr/>
              <p:nvPr/>
            </p:nvCxnSpPr>
            <p:spPr>
              <a:xfrm>
                <a:off x="-44050" y="1431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78" name="Google Shape;178;p3"/>
              <p:cNvCxnSpPr/>
              <p:nvPr/>
            </p:nvCxnSpPr>
            <p:spPr>
              <a:xfrm>
                <a:off x="-44050" y="2955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79" name="Google Shape;179;p3"/>
              <p:cNvCxnSpPr/>
              <p:nvPr/>
            </p:nvCxnSpPr>
            <p:spPr>
              <a:xfrm>
                <a:off x="-44050" y="4479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80" name="Google Shape;180;p3"/>
              <p:cNvCxnSpPr/>
              <p:nvPr/>
            </p:nvCxnSpPr>
            <p:spPr>
              <a:xfrm>
                <a:off x="-44050" y="6003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81" name="Google Shape;181;p3"/>
              <p:cNvCxnSpPr/>
              <p:nvPr/>
            </p:nvCxnSpPr>
            <p:spPr>
              <a:xfrm>
                <a:off x="-44050" y="7527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82" name="Google Shape;182;p3"/>
              <p:cNvCxnSpPr/>
              <p:nvPr/>
            </p:nvCxnSpPr>
            <p:spPr>
              <a:xfrm>
                <a:off x="-44050" y="9051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83" name="Google Shape;183;p3"/>
              <p:cNvCxnSpPr/>
              <p:nvPr/>
            </p:nvCxnSpPr>
            <p:spPr>
              <a:xfrm>
                <a:off x="-44050" y="10575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84" name="Google Shape;184;p3"/>
              <p:cNvCxnSpPr/>
              <p:nvPr/>
            </p:nvCxnSpPr>
            <p:spPr>
              <a:xfrm>
                <a:off x="-44050" y="12099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85" name="Google Shape;185;p3"/>
              <p:cNvCxnSpPr/>
              <p:nvPr/>
            </p:nvCxnSpPr>
            <p:spPr>
              <a:xfrm>
                <a:off x="-44050" y="13623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86" name="Google Shape;186;p3"/>
              <p:cNvCxnSpPr/>
              <p:nvPr/>
            </p:nvCxnSpPr>
            <p:spPr>
              <a:xfrm>
                <a:off x="-44050" y="15147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87" name="Google Shape;187;p3"/>
              <p:cNvCxnSpPr/>
              <p:nvPr/>
            </p:nvCxnSpPr>
            <p:spPr>
              <a:xfrm>
                <a:off x="-44050" y="16671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88" name="Google Shape;188;p3"/>
              <p:cNvCxnSpPr/>
              <p:nvPr/>
            </p:nvCxnSpPr>
            <p:spPr>
              <a:xfrm>
                <a:off x="-44050" y="18195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89" name="Google Shape;189;p3"/>
              <p:cNvCxnSpPr/>
              <p:nvPr/>
            </p:nvCxnSpPr>
            <p:spPr>
              <a:xfrm>
                <a:off x="-44050" y="19719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90" name="Google Shape;190;p3"/>
              <p:cNvCxnSpPr/>
              <p:nvPr/>
            </p:nvCxnSpPr>
            <p:spPr>
              <a:xfrm>
                <a:off x="-44050" y="21243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91" name="Google Shape;191;p3"/>
              <p:cNvCxnSpPr/>
              <p:nvPr/>
            </p:nvCxnSpPr>
            <p:spPr>
              <a:xfrm>
                <a:off x="-44050" y="22767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92" name="Google Shape;192;p3"/>
              <p:cNvCxnSpPr/>
              <p:nvPr/>
            </p:nvCxnSpPr>
            <p:spPr>
              <a:xfrm>
                <a:off x="-44050" y="24291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93" name="Google Shape;193;p3"/>
              <p:cNvCxnSpPr/>
              <p:nvPr/>
            </p:nvCxnSpPr>
            <p:spPr>
              <a:xfrm>
                <a:off x="-44050" y="25815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94" name="Google Shape;194;p3"/>
              <p:cNvCxnSpPr/>
              <p:nvPr/>
            </p:nvCxnSpPr>
            <p:spPr>
              <a:xfrm>
                <a:off x="-44050" y="27339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95" name="Google Shape;195;p3"/>
              <p:cNvCxnSpPr/>
              <p:nvPr/>
            </p:nvCxnSpPr>
            <p:spPr>
              <a:xfrm>
                <a:off x="-44050" y="28863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96" name="Google Shape;196;p3"/>
              <p:cNvCxnSpPr/>
              <p:nvPr/>
            </p:nvCxnSpPr>
            <p:spPr>
              <a:xfrm>
                <a:off x="-44050" y="30387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97" name="Google Shape;197;p3"/>
              <p:cNvCxnSpPr/>
              <p:nvPr/>
            </p:nvCxnSpPr>
            <p:spPr>
              <a:xfrm>
                <a:off x="-44050" y="31911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98" name="Google Shape;198;p3"/>
              <p:cNvCxnSpPr/>
              <p:nvPr/>
            </p:nvCxnSpPr>
            <p:spPr>
              <a:xfrm>
                <a:off x="-44050" y="33435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99" name="Google Shape;199;p3"/>
              <p:cNvCxnSpPr/>
              <p:nvPr/>
            </p:nvCxnSpPr>
            <p:spPr>
              <a:xfrm>
                <a:off x="-44050" y="34959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200" name="Google Shape;200;p3"/>
              <p:cNvCxnSpPr/>
              <p:nvPr/>
            </p:nvCxnSpPr>
            <p:spPr>
              <a:xfrm>
                <a:off x="-44050" y="36483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201" name="Google Shape;201;p3"/>
              <p:cNvCxnSpPr/>
              <p:nvPr/>
            </p:nvCxnSpPr>
            <p:spPr>
              <a:xfrm>
                <a:off x="-44050" y="38007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202" name="Google Shape;202;p3"/>
              <p:cNvCxnSpPr/>
              <p:nvPr/>
            </p:nvCxnSpPr>
            <p:spPr>
              <a:xfrm>
                <a:off x="-44050" y="39531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203" name="Google Shape;203;p3"/>
              <p:cNvCxnSpPr/>
              <p:nvPr/>
            </p:nvCxnSpPr>
            <p:spPr>
              <a:xfrm>
                <a:off x="-44050" y="41055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204" name="Google Shape;204;p3"/>
              <p:cNvCxnSpPr/>
              <p:nvPr/>
            </p:nvCxnSpPr>
            <p:spPr>
              <a:xfrm>
                <a:off x="-44050" y="42579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205" name="Google Shape;205;p3"/>
              <p:cNvCxnSpPr/>
              <p:nvPr/>
            </p:nvCxnSpPr>
            <p:spPr>
              <a:xfrm>
                <a:off x="-44050" y="44103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206" name="Google Shape;206;p3"/>
              <p:cNvCxnSpPr/>
              <p:nvPr/>
            </p:nvCxnSpPr>
            <p:spPr>
              <a:xfrm>
                <a:off x="-44050" y="45627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207" name="Google Shape;207;p3"/>
              <p:cNvCxnSpPr/>
              <p:nvPr/>
            </p:nvCxnSpPr>
            <p:spPr>
              <a:xfrm>
                <a:off x="-44050" y="47151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208" name="Google Shape;208;p3"/>
              <p:cNvCxnSpPr/>
              <p:nvPr/>
            </p:nvCxnSpPr>
            <p:spPr>
              <a:xfrm>
                <a:off x="-44050" y="48675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209" name="Google Shape;209;p3"/>
              <p:cNvCxnSpPr/>
              <p:nvPr/>
            </p:nvCxnSpPr>
            <p:spPr>
              <a:xfrm>
                <a:off x="-44050" y="5019950"/>
                <a:ext cx="9229800" cy="0"/>
              </a:xfrm>
              <a:prstGeom prst="straightConnector1">
                <a:avLst/>
              </a:prstGeom>
              <a:noFill/>
              <a:ln w="9525" cap="flat" cmpd="sng">
                <a:solidFill>
                  <a:schemeClr val="lt1"/>
                </a:solidFill>
                <a:prstDash val="solid"/>
                <a:round/>
                <a:headEnd type="none" w="med" len="med"/>
                <a:tailEnd type="none" w="med" len="med"/>
              </a:ln>
            </p:spPr>
          </p:cxnSp>
        </p:grpSp>
      </p:grpSp>
      <p:sp>
        <p:nvSpPr>
          <p:cNvPr id="210" name="Google Shape;210;p3"/>
          <p:cNvSpPr txBox="1">
            <a:spLocks noGrp="1"/>
          </p:cNvSpPr>
          <p:nvPr>
            <p:ph type="title"/>
          </p:nvPr>
        </p:nvSpPr>
        <p:spPr>
          <a:xfrm>
            <a:off x="1999267" y="2906167"/>
            <a:ext cx="8193600" cy="1219200"/>
          </a:xfrm>
          <a:prstGeom prst="rect">
            <a:avLst/>
          </a:prstGeom>
        </p:spPr>
        <p:txBody>
          <a:bodyPr spcFirstLastPara="1" wrap="square" lIns="91425" tIns="91425" rIns="91425" bIns="91425" anchor="b" anchorCtr="0">
            <a:noAutofit/>
          </a:bodyPr>
          <a:lstStyle>
            <a:lvl1pPr lvl="0" algn="ctr">
              <a:spcBef>
                <a:spcPts val="0"/>
              </a:spcBef>
              <a:spcAft>
                <a:spcPts val="0"/>
              </a:spcAft>
              <a:buSzPts val="3600"/>
              <a:buNone/>
              <a:defRPr sz="5333"/>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
        <p:nvSpPr>
          <p:cNvPr id="211" name="Google Shape;211;p3"/>
          <p:cNvSpPr txBox="1">
            <a:spLocks noGrp="1"/>
          </p:cNvSpPr>
          <p:nvPr>
            <p:ph type="title" idx="2" hasCustomPrompt="1"/>
          </p:nvPr>
        </p:nvSpPr>
        <p:spPr>
          <a:xfrm>
            <a:off x="4876800" y="1123633"/>
            <a:ext cx="2438400" cy="1782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2000">
                <a:solidFill>
                  <a:schemeClr val="lt2"/>
                </a:solidFill>
              </a:defRPr>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t>xx%</a:t>
            </a:r>
          </a:p>
        </p:txBody>
      </p:sp>
      <p:sp>
        <p:nvSpPr>
          <p:cNvPr id="212" name="Google Shape;212;p3"/>
          <p:cNvSpPr txBox="1">
            <a:spLocks noGrp="1"/>
          </p:cNvSpPr>
          <p:nvPr>
            <p:ph type="subTitle" idx="1"/>
          </p:nvPr>
        </p:nvSpPr>
        <p:spPr>
          <a:xfrm>
            <a:off x="3048000" y="4125367"/>
            <a:ext cx="6096000" cy="60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2133"/>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19440175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Title and two columns 1">
  <p:cSld name="Title and two columns 1">
    <p:spTree>
      <p:nvGrpSpPr>
        <p:cNvPr id="1" name="Shape 932"/>
        <p:cNvGrpSpPr/>
        <p:nvPr/>
      </p:nvGrpSpPr>
      <p:grpSpPr>
        <a:xfrm>
          <a:off x="0" y="0"/>
          <a:ext cx="0" cy="0"/>
          <a:chOff x="0" y="0"/>
          <a:chExt cx="0" cy="0"/>
        </a:xfrm>
      </p:grpSpPr>
      <p:grpSp>
        <p:nvGrpSpPr>
          <p:cNvPr id="933" name="Google Shape;933;p13"/>
          <p:cNvGrpSpPr/>
          <p:nvPr/>
        </p:nvGrpSpPr>
        <p:grpSpPr>
          <a:xfrm>
            <a:off x="-57200" y="-85800"/>
            <a:ext cx="12306400" cy="7029600"/>
            <a:chOff x="-42900" y="-64350"/>
            <a:chExt cx="9229800" cy="5272200"/>
          </a:xfrm>
        </p:grpSpPr>
        <p:grpSp>
          <p:nvGrpSpPr>
            <p:cNvPr id="934" name="Google Shape;934;p13"/>
            <p:cNvGrpSpPr/>
            <p:nvPr/>
          </p:nvGrpSpPr>
          <p:grpSpPr>
            <a:xfrm>
              <a:off x="142875" y="-64350"/>
              <a:ext cx="8858250" cy="5272200"/>
              <a:chOff x="160725" y="-75925"/>
              <a:chExt cx="8858250" cy="5272200"/>
            </a:xfrm>
          </p:grpSpPr>
          <p:cxnSp>
            <p:nvCxnSpPr>
              <p:cNvPr id="935" name="Google Shape;935;p13"/>
              <p:cNvCxnSpPr/>
              <p:nvPr/>
            </p:nvCxnSpPr>
            <p:spPr>
              <a:xfrm>
                <a:off x="160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36" name="Google Shape;936;p13"/>
              <p:cNvCxnSpPr/>
              <p:nvPr/>
            </p:nvCxnSpPr>
            <p:spPr>
              <a:xfrm>
                <a:off x="303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37" name="Google Shape;937;p13"/>
              <p:cNvCxnSpPr/>
              <p:nvPr/>
            </p:nvCxnSpPr>
            <p:spPr>
              <a:xfrm>
                <a:off x="446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38" name="Google Shape;938;p13"/>
              <p:cNvCxnSpPr/>
              <p:nvPr/>
            </p:nvCxnSpPr>
            <p:spPr>
              <a:xfrm>
                <a:off x="589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39" name="Google Shape;939;p13"/>
              <p:cNvCxnSpPr/>
              <p:nvPr/>
            </p:nvCxnSpPr>
            <p:spPr>
              <a:xfrm>
                <a:off x="732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40" name="Google Shape;940;p13"/>
              <p:cNvCxnSpPr/>
              <p:nvPr/>
            </p:nvCxnSpPr>
            <p:spPr>
              <a:xfrm>
                <a:off x="875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41" name="Google Shape;941;p13"/>
              <p:cNvCxnSpPr/>
              <p:nvPr/>
            </p:nvCxnSpPr>
            <p:spPr>
              <a:xfrm>
                <a:off x="10179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42" name="Google Shape;942;p13"/>
              <p:cNvCxnSpPr/>
              <p:nvPr/>
            </p:nvCxnSpPr>
            <p:spPr>
              <a:xfrm>
                <a:off x="11608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43" name="Google Shape;943;p13"/>
              <p:cNvCxnSpPr/>
              <p:nvPr/>
            </p:nvCxnSpPr>
            <p:spPr>
              <a:xfrm>
                <a:off x="1303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44" name="Google Shape;944;p13"/>
              <p:cNvCxnSpPr/>
              <p:nvPr/>
            </p:nvCxnSpPr>
            <p:spPr>
              <a:xfrm>
                <a:off x="1446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45" name="Google Shape;945;p13"/>
              <p:cNvCxnSpPr/>
              <p:nvPr/>
            </p:nvCxnSpPr>
            <p:spPr>
              <a:xfrm>
                <a:off x="1589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46" name="Google Shape;946;p13"/>
              <p:cNvCxnSpPr/>
              <p:nvPr/>
            </p:nvCxnSpPr>
            <p:spPr>
              <a:xfrm>
                <a:off x="1732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47" name="Google Shape;947;p13"/>
              <p:cNvCxnSpPr/>
              <p:nvPr/>
            </p:nvCxnSpPr>
            <p:spPr>
              <a:xfrm>
                <a:off x="1875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48" name="Google Shape;948;p13"/>
              <p:cNvCxnSpPr/>
              <p:nvPr/>
            </p:nvCxnSpPr>
            <p:spPr>
              <a:xfrm>
                <a:off x="2018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49" name="Google Shape;949;p13"/>
              <p:cNvCxnSpPr/>
              <p:nvPr/>
            </p:nvCxnSpPr>
            <p:spPr>
              <a:xfrm>
                <a:off x="21609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50" name="Google Shape;950;p13"/>
              <p:cNvCxnSpPr/>
              <p:nvPr/>
            </p:nvCxnSpPr>
            <p:spPr>
              <a:xfrm>
                <a:off x="23038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51" name="Google Shape;951;p13"/>
              <p:cNvCxnSpPr/>
              <p:nvPr/>
            </p:nvCxnSpPr>
            <p:spPr>
              <a:xfrm>
                <a:off x="2446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52" name="Google Shape;952;p13"/>
              <p:cNvCxnSpPr/>
              <p:nvPr/>
            </p:nvCxnSpPr>
            <p:spPr>
              <a:xfrm>
                <a:off x="2589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53" name="Google Shape;953;p13"/>
              <p:cNvCxnSpPr/>
              <p:nvPr/>
            </p:nvCxnSpPr>
            <p:spPr>
              <a:xfrm>
                <a:off x="2732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54" name="Google Shape;954;p13"/>
              <p:cNvCxnSpPr/>
              <p:nvPr/>
            </p:nvCxnSpPr>
            <p:spPr>
              <a:xfrm>
                <a:off x="2875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55" name="Google Shape;955;p13"/>
              <p:cNvCxnSpPr/>
              <p:nvPr/>
            </p:nvCxnSpPr>
            <p:spPr>
              <a:xfrm>
                <a:off x="3018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56" name="Google Shape;956;p13"/>
              <p:cNvCxnSpPr/>
              <p:nvPr/>
            </p:nvCxnSpPr>
            <p:spPr>
              <a:xfrm>
                <a:off x="3161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57" name="Google Shape;957;p13"/>
              <p:cNvCxnSpPr/>
              <p:nvPr/>
            </p:nvCxnSpPr>
            <p:spPr>
              <a:xfrm>
                <a:off x="33039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58" name="Google Shape;958;p13"/>
              <p:cNvCxnSpPr/>
              <p:nvPr/>
            </p:nvCxnSpPr>
            <p:spPr>
              <a:xfrm>
                <a:off x="34468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59" name="Google Shape;959;p13"/>
              <p:cNvCxnSpPr/>
              <p:nvPr/>
            </p:nvCxnSpPr>
            <p:spPr>
              <a:xfrm>
                <a:off x="3589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60" name="Google Shape;960;p13"/>
              <p:cNvCxnSpPr/>
              <p:nvPr/>
            </p:nvCxnSpPr>
            <p:spPr>
              <a:xfrm>
                <a:off x="3732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61" name="Google Shape;961;p13"/>
              <p:cNvCxnSpPr/>
              <p:nvPr/>
            </p:nvCxnSpPr>
            <p:spPr>
              <a:xfrm>
                <a:off x="3875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62" name="Google Shape;962;p13"/>
              <p:cNvCxnSpPr/>
              <p:nvPr/>
            </p:nvCxnSpPr>
            <p:spPr>
              <a:xfrm>
                <a:off x="4018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63" name="Google Shape;963;p13"/>
              <p:cNvCxnSpPr/>
              <p:nvPr/>
            </p:nvCxnSpPr>
            <p:spPr>
              <a:xfrm>
                <a:off x="4161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64" name="Google Shape;964;p13"/>
              <p:cNvCxnSpPr/>
              <p:nvPr/>
            </p:nvCxnSpPr>
            <p:spPr>
              <a:xfrm>
                <a:off x="4304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65" name="Google Shape;965;p13"/>
              <p:cNvCxnSpPr/>
              <p:nvPr/>
            </p:nvCxnSpPr>
            <p:spPr>
              <a:xfrm>
                <a:off x="44469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66" name="Google Shape;966;p13"/>
              <p:cNvCxnSpPr/>
              <p:nvPr/>
            </p:nvCxnSpPr>
            <p:spPr>
              <a:xfrm>
                <a:off x="45898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67" name="Google Shape;967;p13"/>
              <p:cNvCxnSpPr/>
              <p:nvPr/>
            </p:nvCxnSpPr>
            <p:spPr>
              <a:xfrm>
                <a:off x="4732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68" name="Google Shape;968;p13"/>
              <p:cNvCxnSpPr/>
              <p:nvPr/>
            </p:nvCxnSpPr>
            <p:spPr>
              <a:xfrm>
                <a:off x="4875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69" name="Google Shape;969;p13"/>
              <p:cNvCxnSpPr/>
              <p:nvPr/>
            </p:nvCxnSpPr>
            <p:spPr>
              <a:xfrm>
                <a:off x="5018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70" name="Google Shape;970;p13"/>
              <p:cNvCxnSpPr/>
              <p:nvPr/>
            </p:nvCxnSpPr>
            <p:spPr>
              <a:xfrm>
                <a:off x="5161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71" name="Google Shape;971;p13"/>
              <p:cNvCxnSpPr/>
              <p:nvPr/>
            </p:nvCxnSpPr>
            <p:spPr>
              <a:xfrm>
                <a:off x="5304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72" name="Google Shape;972;p13"/>
              <p:cNvCxnSpPr/>
              <p:nvPr/>
            </p:nvCxnSpPr>
            <p:spPr>
              <a:xfrm>
                <a:off x="5447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73" name="Google Shape;973;p13"/>
              <p:cNvCxnSpPr/>
              <p:nvPr/>
            </p:nvCxnSpPr>
            <p:spPr>
              <a:xfrm>
                <a:off x="55899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74" name="Google Shape;974;p13"/>
              <p:cNvCxnSpPr/>
              <p:nvPr/>
            </p:nvCxnSpPr>
            <p:spPr>
              <a:xfrm>
                <a:off x="57328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75" name="Google Shape;975;p13"/>
              <p:cNvCxnSpPr/>
              <p:nvPr/>
            </p:nvCxnSpPr>
            <p:spPr>
              <a:xfrm>
                <a:off x="5875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76" name="Google Shape;976;p13"/>
              <p:cNvCxnSpPr/>
              <p:nvPr/>
            </p:nvCxnSpPr>
            <p:spPr>
              <a:xfrm>
                <a:off x="6018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77" name="Google Shape;977;p13"/>
              <p:cNvCxnSpPr/>
              <p:nvPr/>
            </p:nvCxnSpPr>
            <p:spPr>
              <a:xfrm>
                <a:off x="6161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78" name="Google Shape;978;p13"/>
              <p:cNvCxnSpPr/>
              <p:nvPr/>
            </p:nvCxnSpPr>
            <p:spPr>
              <a:xfrm>
                <a:off x="6304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79" name="Google Shape;979;p13"/>
              <p:cNvCxnSpPr/>
              <p:nvPr/>
            </p:nvCxnSpPr>
            <p:spPr>
              <a:xfrm>
                <a:off x="6447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80" name="Google Shape;980;p13"/>
              <p:cNvCxnSpPr/>
              <p:nvPr/>
            </p:nvCxnSpPr>
            <p:spPr>
              <a:xfrm>
                <a:off x="6590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81" name="Google Shape;981;p13"/>
              <p:cNvCxnSpPr/>
              <p:nvPr/>
            </p:nvCxnSpPr>
            <p:spPr>
              <a:xfrm>
                <a:off x="67329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82" name="Google Shape;982;p13"/>
              <p:cNvCxnSpPr/>
              <p:nvPr/>
            </p:nvCxnSpPr>
            <p:spPr>
              <a:xfrm>
                <a:off x="68758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83" name="Google Shape;983;p13"/>
              <p:cNvCxnSpPr/>
              <p:nvPr/>
            </p:nvCxnSpPr>
            <p:spPr>
              <a:xfrm>
                <a:off x="7018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84" name="Google Shape;984;p13"/>
              <p:cNvCxnSpPr/>
              <p:nvPr/>
            </p:nvCxnSpPr>
            <p:spPr>
              <a:xfrm>
                <a:off x="7161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85" name="Google Shape;985;p13"/>
              <p:cNvCxnSpPr/>
              <p:nvPr/>
            </p:nvCxnSpPr>
            <p:spPr>
              <a:xfrm>
                <a:off x="7304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86" name="Google Shape;986;p13"/>
              <p:cNvCxnSpPr/>
              <p:nvPr/>
            </p:nvCxnSpPr>
            <p:spPr>
              <a:xfrm>
                <a:off x="7447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87" name="Google Shape;987;p13"/>
              <p:cNvCxnSpPr/>
              <p:nvPr/>
            </p:nvCxnSpPr>
            <p:spPr>
              <a:xfrm>
                <a:off x="7590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88" name="Google Shape;988;p13"/>
              <p:cNvCxnSpPr/>
              <p:nvPr/>
            </p:nvCxnSpPr>
            <p:spPr>
              <a:xfrm>
                <a:off x="7733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89" name="Google Shape;989;p13"/>
              <p:cNvCxnSpPr/>
              <p:nvPr/>
            </p:nvCxnSpPr>
            <p:spPr>
              <a:xfrm>
                <a:off x="78759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90" name="Google Shape;990;p13"/>
              <p:cNvCxnSpPr/>
              <p:nvPr/>
            </p:nvCxnSpPr>
            <p:spPr>
              <a:xfrm>
                <a:off x="80188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91" name="Google Shape;991;p13"/>
              <p:cNvCxnSpPr/>
              <p:nvPr/>
            </p:nvCxnSpPr>
            <p:spPr>
              <a:xfrm>
                <a:off x="8161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92" name="Google Shape;992;p13"/>
              <p:cNvCxnSpPr/>
              <p:nvPr/>
            </p:nvCxnSpPr>
            <p:spPr>
              <a:xfrm>
                <a:off x="8304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93" name="Google Shape;993;p13"/>
              <p:cNvCxnSpPr/>
              <p:nvPr/>
            </p:nvCxnSpPr>
            <p:spPr>
              <a:xfrm>
                <a:off x="8447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94" name="Google Shape;994;p13"/>
              <p:cNvCxnSpPr/>
              <p:nvPr/>
            </p:nvCxnSpPr>
            <p:spPr>
              <a:xfrm>
                <a:off x="8590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95" name="Google Shape;995;p13"/>
              <p:cNvCxnSpPr/>
              <p:nvPr/>
            </p:nvCxnSpPr>
            <p:spPr>
              <a:xfrm>
                <a:off x="8733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96" name="Google Shape;996;p13"/>
              <p:cNvCxnSpPr/>
              <p:nvPr/>
            </p:nvCxnSpPr>
            <p:spPr>
              <a:xfrm>
                <a:off x="8876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997" name="Google Shape;997;p13"/>
              <p:cNvCxnSpPr/>
              <p:nvPr/>
            </p:nvCxnSpPr>
            <p:spPr>
              <a:xfrm>
                <a:off x="9018975" y="-75925"/>
                <a:ext cx="0" cy="5272200"/>
              </a:xfrm>
              <a:prstGeom prst="straightConnector1">
                <a:avLst/>
              </a:prstGeom>
              <a:noFill/>
              <a:ln w="9525" cap="flat" cmpd="sng">
                <a:solidFill>
                  <a:schemeClr val="lt1"/>
                </a:solidFill>
                <a:prstDash val="solid"/>
                <a:round/>
                <a:headEnd type="none" w="med" len="med"/>
                <a:tailEnd type="none" w="med" len="med"/>
              </a:ln>
            </p:spPr>
          </p:cxnSp>
        </p:grpSp>
        <p:grpSp>
          <p:nvGrpSpPr>
            <p:cNvPr id="998" name="Google Shape;998;p13"/>
            <p:cNvGrpSpPr/>
            <p:nvPr/>
          </p:nvGrpSpPr>
          <p:grpSpPr>
            <a:xfrm>
              <a:off x="-42900" y="133350"/>
              <a:ext cx="9229800" cy="4876800"/>
              <a:chOff x="-44050" y="143150"/>
              <a:chExt cx="9229800" cy="4876800"/>
            </a:xfrm>
          </p:grpSpPr>
          <p:cxnSp>
            <p:nvCxnSpPr>
              <p:cNvPr id="999" name="Google Shape;999;p13"/>
              <p:cNvCxnSpPr/>
              <p:nvPr/>
            </p:nvCxnSpPr>
            <p:spPr>
              <a:xfrm>
                <a:off x="-44050" y="1431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000" name="Google Shape;1000;p13"/>
              <p:cNvCxnSpPr/>
              <p:nvPr/>
            </p:nvCxnSpPr>
            <p:spPr>
              <a:xfrm>
                <a:off x="-44050" y="2955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001" name="Google Shape;1001;p13"/>
              <p:cNvCxnSpPr/>
              <p:nvPr/>
            </p:nvCxnSpPr>
            <p:spPr>
              <a:xfrm>
                <a:off x="-44050" y="4479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002" name="Google Shape;1002;p13"/>
              <p:cNvCxnSpPr/>
              <p:nvPr/>
            </p:nvCxnSpPr>
            <p:spPr>
              <a:xfrm>
                <a:off x="-44050" y="6003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003" name="Google Shape;1003;p13"/>
              <p:cNvCxnSpPr/>
              <p:nvPr/>
            </p:nvCxnSpPr>
            <p:spPr>
              <a:xfrm>
                <a:off x="-44050" y="7527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004" name="Google Shape;1004;p13"/>
              <p:cNvCxnSpPr/>
              <p:nvPr/>
            </p:nvCxnSpPr>
            <p:spPr>
              <a:xfrm>
                <a:off x="-44050" y="9051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005" name="Google Shape;1005;p13"/>
              <p:cNvCxnSpPr/>
              <p:nvPr/>
            </p:nvCxnSpPr>
            <p:spPr>
              <a:xfrm>
                <a:off x="-44050" y="10575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006" name="Google Shape;1006;p13"/>
              <p:cNvCxnSpPr/>
              <p:nvPr/>
            </p:nvCxnSpPr>
            <p:spPr>
              <a:xfrm>
                <a:off x="-44050" y="12099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007" name="Google Shape;1007;p13"/>
              <p:cNvCxnSpPr/>
              <p:nvPr/>
            </p:nvCxnSpPr>
            <p:spPr>
              <a:xfrm>
                <a:off x="-44050" y="13623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008" name="Google Shape;1008;p13"/>
              <p:cNvCxnSpPr/>
              <p:nvPr/>
            </p:nvCxnSpPr>
            <p:spPr>
              <a:xfrm>
                <a:off x="-44050" y="15147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009" name="Google Shape;1009;p13"/>
              <p:cNvCxnSpPr/>
              <p:nvPr/>
            </p:nvCxnSpPr>
            <p:spPr>
              <a:xfrm>
                <a:off x="-44050" y="16671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010" name="Google Shape;1010;p13"/>
              <p:cNvCxnSpPr/>
              <p:nvPr/>
            </p:nvCxnSpPr>
            <p:spPr>
              <a:xfrm>
                <a:off x="-44050" y="18195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011" name="Google Shape;1011;p13"/>
              <p:cNvCxnSpPr/>
              <p:nvPr/>
            </p:nvCxnSpPr>
            <p:spPr>
              <a:xfrm>
                <a:off x="-44050" y="19719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012" name="Google Shape;1012;p13"/>
              <p:cNvCxnSpPr/>
              <p:nvPr/>
            </p:nvCxnSpPr>
            <p:spPr>
              <a:xfrm>
                <a:off x="-44050" y="21243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013" name="Google Shape;1013;p13"/>
              <p:cNvCxnSpPr/>
              <p:nvPr/>
            </p:nvCxnSpPr>
            <p:spPr>
              <a:xfrm>
                <a:off x="-44050" y="22767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014" name="Google Shape;1014;p13"/>
              <p:cNvCxnSpPr/>
              <p:nvPr/>
            </p:nvCxnSpPr>
            <p:spPr>
              <a:xfrm>
                <a:off x="-44050" y="24291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015" name="Google Shape;1015;p13"/>
              <p:cNvCxnSpPr/>
              <p:nvPr/>
            </p:nvCxnSpPr>
            <p:spPr>
              <a:xfrm>
                <a:off x="-44050" y="25815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016" name="Google Shape;1016;p13"/>
              <p:cNvCxnSpPr/>
              <p:nvPr/>
            </p:nvCxnSpPr>
            <p:spPr>
              <a:xfrm>
                <a:off x="-44050" y="27339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017" name="Google Shape;1017;p13"/>
              <p:cNvCxnSpPr/>
              <p:nvPr/>
            </p:nvCxnSpPr>
            <p:spPr>
              <a:xfrm>
                <a:off x="-44050" y="28863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018" name="Google Shape;1018;p13"/>
              <p:cNvCxnSpPr/>
              <p:nvPr/>
            </p:nvCxnSpPr>
            <p:spPr>
              <a:xfrm>
                <a:off x="-44050" y="30387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019" name="Google Shape;1019;p13"/>
              <p:cNvCxnSpPr/>
              <p:nvPr/>
            </p:nvCxnSpPr>
            <p:spPr>
              <a:xfrm>
                <a:off x="-44050" y="31911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020" name="Google Shape;1020;p13"/>
              <p:cNvCxnSpPr/>
              <p:nvPr/>
            </p:nvCxnSpPr>
            <p:spPr>
              <a:xfrm>
                <a:off x="-44050" y="33435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021" name="Google Shape;1021;p13"/>
              <p:cNvCxnSpPr/>
              <p:nvPr/>
            </p:nvCxnSpPr>
            <p:spPr>
              <a:xfrm>
                <a:off x="-44050" y="34959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022" name="Google Shape;1022;p13"/>
              <p:cNvCxnSpPr/>
              <p:nvPr/>
            </p:nvCxnSpPr>
            <p:spPr>
              <a:xfrm>
                <a:off x="-44050" y="36483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023" name="Google Shape;1023;p13"/>
              <p:cNvCxnSpPr/>
              <p:nvPr/>
            </p:nvCxnSpPr>
            <p:spPr>
              <a:xfrm>
                <a:off x="-44050" y="38007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024" name="Google Shape;1024;p13"/>
              <p:cNvCxnSpPr/>
              <p:nvPr/>
            </p:nvCxnSpPr>
            <p:spPr>
              <a:xfrm>
                <a:off x="-44050" y="39531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025" name="Google Shape;1025;p13"/>
              <p:cNvCxnSpPr/>
              <p:nvPr/>
            </p:nvCxnSpPr>
            <p:spPr>
              <a:xfrm>
                <a:off x="-44050" y="41055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026" name="Google Shape;1026;p13"/>
              <p:cNvCxnSpPr/>
              <p:nvPr/>
            </p:nvCxnSpPr>
            <p:spPr>
              <a:xfrm>
                <a:off x="-44050" y="42579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027" name="Google Shape;1027;p13"/>
              <p:cNvCxnSpPr/>
              <p:nvPr/>
            </p:nvCxnSpPr>
            <p:spPr>
              <a:xfrm>
                <a:off x="-44050" y="44103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028" name="Google Shape;1028;p13"/>
              <p:cNvCxnSpPr/>
              <p:nvPr/>
            </p:nvCxnSpPr>
            <p:spPr>
              <a:xfrm>
                <a:off x="-44050" y="45627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029" name="Google Shape;1029;p13"/>
              <p:cNvCxnSpPr/>
              <p:nvPr/>
            </p:nvCxnSpPr>
            <p:spPr>
              <a:xfrm>
                <a:off x="-44050" y="47151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030" name="Google Shape;1030;p13"/>
              <p:cNvCxnSpPr/>
              <p:nvPr/>
            </p:nvCxnSpPr>
            <p:spPr>
              <a:xfrm>
                <a:off x="-44050" y="48675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031" name="Google Shape;1031;p13"/>
              <p:cNvCxnSpPr/>
              <p:nvPr/>
            </p:nvCxnSpPr>
            <p:spPr>
              <a:xfrm>
                <a:off x="-44050" y="5019950"/>
                <a:ext cx="9229800" cy="0"/>
              </a:xfrm>
              <a:prstGeom prst="straightConnector1">
                <a:avLst/>
              </a:prstGeom>
              <a:noFill/>
              <a:ln w="9525" cap="flat" cmpd="sng">
                <a:solidFill>
                  <a:schemeClr val="lt1"/>
                </a:solidFill>
                <a:prstDash val="solid"/>
                <a:round/>
                <a:headEnd type="none" w="med" len="med"/>
                <a:tailEnd type="none" w="med" len="med"/>
              </a:ln>
            </p:spPr>
          </p:cxnSp>
        </p:grpSp>
      </p:grpSp>
      <p:sp>
        <p:nvSpPr>
          <p:cNvPr id="1032" name="Google Shape;1032;p13"/>
          <p:cNvSpPr txBox="1">
            <a:spLocks noGrp="1"/>
          </p:cNvSpPr>
          <p:nvPr>
            <p:ph type="subTitle" idx="1"/>
          </p:nvPr>
        </p:nvSpPr>
        <p:spPr>
          <a:xfrm>
            <a:off x="1097228" y="2477967"/>
            <a:ext cx="4601600" cy="219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33" name="Google Shape;1033;p13"/>
          <p:cNvSpPr txBox="1">
            <a:spLocks noGrp="1"/>
          </p:cNvSpPr>
          <p:nvPr>
            <p:ph type="subTitle" idx="2"/>
          </p:nvPr>
        </p:nvSpPr>
        <p:spPr>
          <a:xfrm>
            <a:off x="6493172" y="2477967"/>
            <a:ext cx="4601600" cy="219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34" name="Google Shape;1034;p13"/>
          <p:cNvSpPr txBox="1">
            <a:spLocks noGrp="1"/>
          </p:cNvSpPr>
          <p:nvPr>
            <p:ph type="title"/>
          </p:nvPr>
        </p:nvSpPr>
        <p:spPr>
          <a:xfrm>
            <a:off x="960000" y="442193"/>
            <a:ext cx="10272000" cy="85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extLst>
      <p:ext uri="{BB962C8B-B14F-4D97-AF65-F5344CB8AC3E}">
        <p14:creationId xmlns:p14="http://schemas.microsoft.com/office/powerpoint/2010/main" val="16598413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One column text">
  <p:cSld name="One column text">
    <p:spTree>
      <p:nvGrpSpPr>
        <p:cNvPr id="1" name="Shape 521"/>
        <p:cNvGrpSpPr/>
        <p:nvPr/>
      </p:nvGrpSpPr>
      <p:grpSpPr>
        <a:xfrm>
          <a:off x="0" y="0"/>
          <a:ext cx="0" cy="0"/>
          <a:chOff x="0" y="0"/>
          <a:chExt cx="0" cy="0"/>
        </a:xfrm>
      </p:grpSpPr>
      <p:grpSp>
        <p:nvGrpSpPr>
          <p:cNvPr id="522" name="Google Shape;522;p7"/>
          <p:cNvGrpSpPr/>
          <p:nvPr/>
        </p:nvGrpSpPr>
        <p:grpSpPr>
          <a:xfrm>
            <a:off x="-57200" y="-85800"/>
            <a:ext cx="12306400" cy="7029600"/>
            <a:chOff x="-42900" y="-64350"/>
            <a:chExt cx="9229800" cy="5272200"/>
          </a:xfrm>
        </p:grpSpPr>
        <p:grpSp>
          <p:nvGrpSpPr>
            <p:cNvPr id="523" name="Google Shape;523;p7"/>
            <p:cNvGrpSpPr/>
            <p:nvPr/>
          </p:nvGrpSpPr>
          <p:grpSpPr>
            <a:xfrm>
              <a:off x="142875" y="-64350"/>
              <a:ext cx="8858250" cy="5272200"/>
              <a:chOff x="160725" y="-75925"/>
              <a:chExt cx="8858250" cy="5272200"/>
            </a:xfrm>
          </p:grpSpPr>
          <p:cxnSp>
            <p:nvCxnSpPr>
              <p:cNvPr id="524" name="Google Shape;524;p7"/>
              <p:cNvCxnSpPr/>
              <p:nvPr/>
            </p:nvCxnSpPr>
            <p:spPr>
              <a:xfrm>
                <a:off x="160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25" name="Google Shape;525;p7"/>
              <p:cNvCxnSpPr/>
              <p:nvPr/>
            </p:nvCxnSpPr>
            <p:spPr>
              <a:xfrm>
                <a:off x="303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26" name="Google Shape;526;p7"/>
              <p:cNvCxnSpPr/>
              <p:nvPr/>
            </p:nvCxnSpPr>
            <p:spPr>
              <a:xfrm>
                <a:off x="446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27" name="Google Shape;527;p7"/>
              <p:cNvCxnSpPr/>
              <p:nvPr/>
            </p:nvCxnSpPr>
            <p:spPr>
              <a:xfrm>
                <a:off x="589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28" name="Google Shape;528;p7"/>
              <p:cNvCxnSpPr/>
              <p:nvPr/>
            </p:nvCxnSpPr>
            <p:spPr>
              <a:xfrm>
                <a:off x="732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29" name="Google Shape;529;p7"/>
              <p:cNvCxnSpPr/>
              <p:nvPr/>
            </p:nvCxnSpPr>
            <p:spPr>
              <a:xfrm>
                <a:off x="875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30" name="Google Shape;530;p7"/>
              <p:cNvCxnSpPr/>
              <p:nvPr/>
            </p:nvCxnSpPr>
            <p:spPr>
              <a:xfrm>
                <a:off x="10179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31" name="Google Shape;531;p7"/>
              <p:cNvCxnSpPr/>
              <p:nvPr/>
            </p:nvCxnSpPr>
            <p:spPr>
              <a:xfrm>
                <a:off x="11608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32" name="Google Shape;532;p7"/>
              <p:cNvCxnSpPr/>
              <p:nvPr/>
            </p:nvCxnSpPr>
            <p:spPr>
              <a:xfrm>
                <a:off x="1303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33" name="Google Shape;533;p7"/>
              <p:cNvCxnSpPr/>
              <p:nvPr/>
            </p:nvCxnSpPr>
            <p:spPr>
              <a:xfrm>
                <a:off x="1446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34" name="Google Shape;534;p7"/>
              <p:cNvCxnSpPr/>
              <p:nvPr/>
            </p:nvCxnSpPr>
            <p:spPr>
              <a:xfrm>
                <a:off x="1589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35" name="Google Shape;535;p7"/>
              <p:cNvCxnSpPr/>
              <p:nvPr/>
            </p:nvCxnSpPr>
            <p:spPr>
              <a:xfrm>
                <a:off x="1732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36" name="Google Shape;536;p7"/>
              <p:cNvCxnSpPr/>
              <p:nvPr/>
            </p:nvCxnSpPr>
            <p:spPr>
              <a:xfrm>
                <a:off x="1875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37" name="Google Shape;537;p7"/>
              <p:cNvCxnSpPr/>
              <p:nvPr/>
            </p:nvCxnSpPr>
            <p:spPr>
              <a:xfrm>
                <a:off x="2018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38" name="Google Shape;538;p7"/>
              <p:cNvCxnSpPr/>
              <p:nvPr/>
            </p:nvCxnSpPr>
            <p:spPr>
              <a:xfrm>
                <a:off x="21609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39" name="Google Shape;539;p7"/>
              <p:cNvCxnSpPr/>
              <p:nvPr/>
            </p:nvCxnSpPr>
            <p:spPr>
              <a:xfrm>
                <a:off x="23038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40" name="Google Shape;540;p7"/>
              <p:cNvCxnSpPr/>
              <p:nvPr/>
            </p:nvCxnSpPr>
            <p:spPr>
              <a:xfrm>
                <a:off x="2446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41" name="Google Shape;541;p7"/>
              <p:cNvCxnSpPr/>
              <p:nvPr/>
            </p:nvCxnSpPr>
            <p:spPr>
              <a:xfrm>
                <a:off x="2589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42" name="Google Shape;542;p7"/>
              <p:cNvCxnSpPr/>
              <p:nvPr/>
            </p:nvCxnSpPr>
            <p:spPr>
              <a:xfrm>
                <a:off x="2732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43" name="Google Shape;543;p7"/>
              <p:cNvCxnSpPr/>
              <p:nvPr/>
            </p:nvCxnSpPr>
            <p:spPr>
              <a:xfrm>
                <a:off x="2875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44" name="Google Shape;544;p7"/>
              <p:cNvCxnSpPr/>
              <p:nvPr/>
            </p:nvCxnSpPr>
            <p:spPr>
              <a:xfrm>
                <a:off x="3018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45" name="Google Shape;545;p7"/>
              <p:cNvCxnSpPr/>
              <p:nvPr/>
            </p:nvCxnSpPr>
            <p:spPr>
              <a:xfrm>
                <a:off x="3161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46" name="Google Shape;546;p7"/>
              <p:cNvCxnSpPr/>
              <p:nvPr/>
            </p:nvCxnSpPr>
            <p:spPr>
              <a:xfrm>
                <a:off x="33039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47" name="Google Shape;547;p7"/>
              <p:cNvCxnSpPr/>
              <p:nvPr/>
            </p:nvCxnSpPr>
            <p:spPr>
              <a:xfrm>
                <a:off x="34468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48" name="Google Shape;548;p7"/>
              <p:cNvCxnSpPr/>
              <p:nvPr/>
            </p:nvCxnSpPr>
            <p:spPr>
              <a:xfrm>
                <a:off x="3589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49" name="Google Shape;549;p7"/>
              <p:cNvCxnSpPr/>
              <p:nvPr/>
            </p:nvCxnSpPr>
            <p:spPr>
              <a:xfrm>
                <a:off x="3732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50" name="Google Shape;550;p7"/>
              <p:cNvCxnSpPr/>
              <p:nvPr/>
            </p:nvCxnSpPr>
            <p:spPr>
              <a:xfrm>
                <a:off x="3875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51" name="Google Shape;551;p7"/>
              <p:cNvCxnSpPr/>
              <p:nvPr/>
            </p:nvCxnSpPr>
            <p:spPr>
              <a:xfrm>
                <a:off x="4018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52" name="Google Shape;552;p7"/>
              <p:cNvCxnSpPr/>
              <p:nvPr/>
            </p:nvCxnSpPr>
            <p:spPr>
              <a:xfrm>
                <a:off x="4161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53" name="Google Shape;553;p7"/>
              <p:cNvCxnSpPr/>
              <p:nvPr/>
            </p:nvCxnSpPr>
            <p:spPr>
              <a:xfrm>
                <a:off x="4304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54" name="Google Shape;554;p7"/>
              <p:cNvCxnSpPr/>
              <p:nvPr/>
            </p:nvCxnSpPr>
            <p:spPr>
              <a:xfrm>
                <a:off x="44469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55" name="Google Shape;555;p7"/>
              <p:cNvCxnSpPr/>
              <p:nvPr/>
            </p:nvCxnSpPr>
            <p:spPr>
              <a:xfrm>
                <a:off x="45898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56" name="Google Shape;556;p7"/>
              <p:cNvCxnSpPr/>
              <p:nvPr/>
            </p:nvCxnSpPr>
            <p:spPr>
              <a:xfrm>
                <a:off x="4732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57" name="Google Shape;557;p7"/>
              <p:cNvCxnSpPr/>
              <p:nvPr/>
            </p:nvCxnSpPr>
            <p:spPr>
              <a:xfrm>
                <a:off x="4875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58" name="Google Shape;558;p7"/>
              <p:cNvCxnSpPr/>
              <p:nvPr/>
            </p:nvCxnSpPr>
            <p:spPr>
              <a:xfrm>
                <a:off x="5018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59" name="Google Shape;559;p7"/>
              <p:cNvCxnSpPr/>
              <p:nvPr/>
            </p:nvCxnSpPr>
            <p:spPr>
              <a:xfrm>
                <a:off x="5161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60" name="Google Shape;560;p7"/>
              <p:cNvCxnSpPr/>
              <p:nvPr/>
            </p:nvCxnSpPr>
            <p:spPr>
              <a:xfrm>
                <a:off x="5304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61" name="Google Shape;561;p7"/>
              <p:cNvCxnSpPr/>
              <p:nvPr/>
            </p:nvCxnSpPr>
            <p:spPr>
              <a:xfrm>
                <a:off x="5447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62" name="Google Shape;562;p7"/>
              <p:cNvCxnSpPr/>
              <p:nvPr/>
            </p:nvCxnSpPr>
            <p:spPr>
              <a:xfrm>
                <a:off x="55899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63" name="Google Shape;563;p7"/>
              <p:cNvCxnSpPr/>
              <p:nvPr/>
            </p:nvCxnSpPr>
            <p:spPr>
              <a:xfrm>
                <a:off x="57328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64" name="Google Shape;564;p7"/>
              <p:cNvCxnSpPr/>
              <p:nvPr/>
            </p:nvCxnSpPr>
            <p:spPr>
              <a:xfrm>
                <a:off x="5875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65" name="Google Shape;565;p7"/>
              <p:cNvCxnSpPr/>
              <p:nvPr/>
            </p:nvCxnSpPr>
            <p:spPr>
              <a:xfrm>
                <a:off x="6018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66" name="Google Shape;566;p7"/>
              <p:cNvCxnSpPr/>
              <p:nvPr/>
            </p:nvCxnSpPr>
            <p:spPr>
              <a:xfrm>
                <a:off x="6161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67" name="Google Shape;567;p7"/>
              <p:cNvCxnSpPr/>
              <p:nvPr/>
            </p:nvCxnSpPr>
            <p:spPr>
              <a:xfrm>
                <a:off x="6304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68" name="Google Shape;568;p7"/>
              <p:cNvCxnSpPr/>
              <p:nvPr/>
            </p:nvCxnSpPr>
            <p:spPr>
              <a:xfrm>
                <a:off x="6447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69" name="Google Shape;569;p7"/>
              <p:cNvCxnSpPr/>
              <p:nvPr/>
            </p:nvCxnSpPr>
            <p:spPr>
              <a:xfrm>
                <a:off x="6590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70" name="Google Shape;570;p7"/>
              <p:cNvCxnSpPr/>
              <p:nvPr/>
            </p:nvCxnSpPr>
            <p:spPr>
              <a:xfrm>
                <a:off x="67329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71" name="Google Shape;571;p7"/>
              <p:cNvCxnSpPr/>
              <p:nvPr/>
            </p:nvCxnSpPr>
            <p:spPr>
              <a:xfrm>
                <a:off x="68758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72" name="Google Shape;572;p7"/>
              <p:cNvCxnSpPr/>
              <p:nvPr/>
            </p:nvCxnSpPr>
            <p:spPr>
              <a:xfrm>
                <a:off x="7018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73" name="Google Shape;573;p7"/>
              <p:cNvCxnSpPr/>
              <p:nvPr/>
            </p:nvCxnSpPr>
            <p:spPr>
              <a:xfrm>
                <a:off x="7161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74" name="Google Shape;574;p7"/>
              <p:cNvCxnSpPr/>
              <p:nvPr/>
            </p:nvCxnSpPr>
            <p:spPr>
              <a:xfrm>
                <a:off x="7304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75" name="Google Shape;575;p7"/>
              <p:cNvCxnSpPr/>
              <p:nvPr/>
            </p:nvCxnSpPr>
            <p:spPr>
              <a:xfrm>
                <a:off x="7447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76" name="Google Shape;576;p7"/>
              <p:cNvCxnSpPr/>
              <p:nvPr/>
            </p:nvCxnSpPr>
            <p:spPr>
              <a:xfrm>
                <a:off x="7590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77" name="Google Shape;577;p7"/>
              <p:cNvCxnSpPr/>
              <p:nvPr/>
            </p:nvCxnSpPr>
            <p:spPr>
              <a:xfrm>
                <a:off x="7733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78" name="Google Shape;578;p7"/>
              <p:cNvCxnSpPr/>
              <p:nvPr/>
            </p:nvCxnSpPr>
            <p:spPr>
              <a:xfrm>
                <a:off x="78759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79" name="Google Shape;579;p7"/>
              <p:cNvCxnSpPr/>
              <p:nvPr/>
            </p:nvCxnSpPr>
            <p:spPr>
              <a:xfrm>
                <a:off x="80188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80" name="Google Shape;580;p7"/>
              <p:cNvCxnSpPr/>
              <p:nvPr/>
            </p:nvCxnSpPr>
            <p:spPr>
              <a:xfrm>
                <a:off x="8161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81" name="Google Shape;581;p7"/>
              <p:cNvCxnSpPr/>
              <p:nvPr/>
            </p:nvCxnSpPr>
            <p:spPr>
              <a:xfrm>
                <a:off x="8304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82" name="Google Shape;582;p7"/>
              <p:cNvCxnSpPr/>
              <p:nvPr/>
            </p:nvCxnSpPr>
            <p:spPr>
              <a:xfrm>
                <a:off x="8447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83" name="Google Shape;583;p7"/>
              <p:cNvCxnSpPr/>
              <p:nvPr/>
            </p:nvCxnSpPr>
            <p:spPr>
              <a:xfrm>
                <a:off x="8590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84" name="Google Shape;584;p7"/>
              <p:cNvCxnSpPr/>
              <p:nvPr/>
            </p:nvCxnSpPr>
            <p:spPr>
              <a:xfrm>
                <a:off x="8733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85" name="Google Shape;585;p7"/>
              <p:cNvCxnSpPr/>
              <p:nvPr/>
            </p:nvCxnSpPr>
            <p:spPr>
              <a:xfrm>
                <a:off x="8876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586" name="Google Shape;586;p7"/>
              <p:cNvCxnSpPr/>
              <p:nvPr/>
            </p:nvCxnSpPr>
            <p:spPr>
              <a:xfrm>
                <a:off x="9018975" y="-75925"/>
                <a:ext cx="0" cy="5272200"/>
              </a:xfrm>
              <a:prstGeom prst="straightConnector1">
                <a:avLst/>
              </a:prstGeom>
              <a:noFill/>
              <a:ln w="9525" cap="flat" cmpd="sng">
                <a:solidFill>
                  <a:schemeClr val="lt1"/>
                </a:solidFill>
                <a:prstDash val="solid"/>
                <a:round/>
                <a:headEnd type="none" w="med" len="med"/>
                <a:tailEnd type="none" w="med" len="med"/>
              </a:ln>
            </p:spPr>
          </p:cxnSp>
        </p:grpSp>
        <p:grpSp>
          <p:nvGrpSpPr>
            <p:cNvPr id="587" name="Google Shape;587;p7"/>
            <p:cNvGrpSpPr/>
            <p:nvPr/>
          </p:nvGrpSpPr>
          <p:grpSpPr>
            <a:xfrm>
              <a:off x="-42900" y="133350"/>
              <a:ext cx="9229800" cy="4876800"/>
              <a:chOff x="-44050" y="143150"/>
              <a:chExt cx="9229800" cy="4876800"/>
            </a:xfrm>
          </p:grpSpPr>
          <p:cxnSp>
            <p:nvCxnSpPr>
              <p:cNvPr id="588" name="Google Shape;588;p7"/>
              <p:cNvCxnSpPr/>
              <p:nvPr/>
            </p:nvCxnSpPr>
            <p:spPr>
              <a:xfrm>
                <a:off x="-44050" y="1431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589" name="Google Shape;589;p7"/>
              <p:cNvCxnSpPr/>
              <p:nvPr/>
            </p:nvCxnSpPr>
            <p:spPr>
              <a:xfrm>
                <a:off x="-44050" y="2955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590" name="Google Shape;590;p7"/>
              <p:cNvCxnSpPr/>
              <p:nvPr/>
            </p:nvCxnSpPr>
            <p:spPr>
              <a:xfrm>
                <a:off x="-44050" y="4479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591" name="Google Shape;591;p7"/>
              <p:cNvCxnSpPr/>
              <p:nvPr/>
            </p:nvCxnSpPr>
            <p:spPr>
              <a:xfrm>
                <a:off x="-44050" y="6003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592" name="Google Shape;592;p7"/>
              <p:cNvCxnSpPr/>
              <p:nvPr/>
            </p:nvCxnSpPr>
            <p:spPr>
              <a:xfrm>
                <a:off x="-44050" y="7527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593" name="Google Shape;593;p7"/>
              <p:cNvCxnSpPr/>
              <p:nvPr/>
            </p:nvCxnSpPr>
            <p:spPr>
              <a:xfrm>
                <a:off x="-44050" y="9051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594" name="Google Shape;594;p7"/>
              <p:cNvCxnSpPr/>
              <p:nvPr/>
            </p:nvCxnSpPr>
            <p:spPr>
              <a:xfrm>
                <a:off x="-44050" y="10575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595" name="Google Shape;595;p7"/>
              <p:cNvCxnSpPr/>
              <p:nvPr/>
            </p:nvCxnSpPr>
            <p:spPr>
              <a:xfrm>
                <a:off x="-44050" y="12099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596" name="Google Shape;596;p7"/>
              <p:cNvCxnSpPr/>
              <p:nvPr/>
            </p:nvCxnSpPr>
            <p:spPr>
              <a:xfrm>
                <a:off x="-44050" y="13623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597" name="Google Shape;597;p7"/>
              <p:cNvCxnSpPr/>
              <p:nvPr/>
            </p:nvCxnSpPr>
            <p:spPr>
              <a:xfrm>
                <a:off x="-44050" y="15147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598" name="Google Shape;598;p7"/>
              <p:cNvCxnSpPr/>
              <p:nvPr/>
            </p:nvCxnSpPr>
            <p:spPr>
              <a:xfrm>
                <a:off x="-44050" y="16671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599" name="Google Shape;599;p7"/>
              <p:cNvCxnSpPr/>
              <p:nvPr/>
            </p:nvCxnSpPr>
            <p:spPr>
              <a:xfrm>
                <a:off x="-44050" y="18195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600" name="Google Shape;600;p7"/>
              <p:cNvCxnSpPr/>
              <p:nvPr/>
            </p:nvCxnSpPr>
            <p:spPr>
              <a:xfrm>
                <a:off x="-44050" y="19719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601" name="Google Shape;601;p7"/>
              <p:cNvCxnSpPr/>
              <p:nvPr/>
            </p:nvCxnSpPr>
            <p:spPr>
              <a:xfrm>
                <a:off x="-44050" y="21243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602" name="Google Shape;602;p7"/>
              <p:cNvCxnSpPr/>
              <p:nvPr/>
            </p:nvCxnSpPr>
            <p:spPr>
              <a:xfrm>
                <a:off x="-44050" y="22767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603" name="Google Shape;603;p7"/>
              <p:cNvCxnSpPr/>
              <p:nvPr/>
            </p:nvCxnSpPr>
            <p:spPr>
              <a:xfrm>
                <a:off x="-44050" y="24291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604" name="Google Shape;604;p7"/>
              <p:cNvCxnSpPr/>
              <p:nvPr/>
            </p:nvCxnSpPr>
            <p:spPr>
              <a:xfrm>
                <a:off x="-44050" y="25815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605" name="Google Shape;605;p7"/>
              <p:cNvCxnSpPr/>
              <p:nvPr/>
            </p:nvCxnSpPr>
            <p:spPr>
              <a:xfrm>
                <a:off x="-44050" y="27339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606" name="Google Shape;606;p7"/>
              <p:cNvCxnSpPr/>
              <p:nvPr/>
            </p:nvCxnSpPr>
            <p:spPr>
              <a:xfrm>
                <a:off x="-44050" y="28863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607" name="Google Shape;607;p7"/>
              <p:cNvCxnSpPr/>
              <p:nvPr/>
            </p:nvCxnSpPr>
            <p:spPr>
              <a:xfrm>
                <a:off x="-44050" y="30387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608" name="Google Shape;608;p7"/>
              <p:cNvCxnSpPr/>
              <p:nvPr/>
            </p:nvCxnSpPr>
            <p:spPr>
              <a:xfrm>
                <a:off x="-44050" y="31911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609" name="Google Shape;609;p7"/>
              <p:cNvCxnSpPr/>
              <p:nvPr/>
            </p:nvCxnSpPr>
            <p:spPr>
              <a:xfrm>
                <a:off x="-44050" y="33435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610" name="Google Shape;610;p7"/>
              <p:cNvCxnSpPr/>
              <p:nvPr/>
            </p:nvCxnSpPr>
            <p:spPr>
              <a:xfrm>
                <a:off x="-44050" y="34959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611" name="Google Shape;611;p7"/>
              <p:cNvCxnSpPr/>
              <p:nvPr/>
            </p:nvCxnSpPr>
            <p:spPr>
              <a:xfrm>
                <a:off x="-44050" y="36483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612" name="Google Shape;612;p7"/>
              <p:cNvCxnSpPr/>
              <p:nvPr/>
            </p:nvCxnSpPr>
            <p:spPr>
              <a:xfrm>
                <a:off x="-44050" y="38007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613" name="Google Shape;613;p7"/>
              <p:cNvCxnSpPr/>
              <p:nvPr/>
            </p:nvCxnSpPr>
            <p:spPr>
              <a:xfrm>
                <a:off x="-44050" y="39531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614" name="Google Shape;614;p7"/>
              <p:cNvCxnSpPr/>
              <p:nvPr/>
            </p:nvCxnSpPr>
            <p:spPr>
              <a:xfrm>
                <a:off x="-44050" y="41055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615" name="Google Shape;615;p7"/>
              <p:cNvCxnSpPr/>
              <p:nvPr/>
            </p:nvCxnSpPr>
            <p:spPr>
              <a:xfrm>
                <a:off x="-44050" y="42579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616" name="Google Shape;616;p7"/>
              <p:cNvCxnSpPr/>
              <p:nvPr/>
            </p:nvCxnSpPr>
            <p:spPr>
              <a:xfrm>
                <a:off x="-44050" y="44103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617" name="Google Shape;617;p7"/>
              <p:cNvCxnSpPr/>
              <p:nvPr/>
            </p:nvCxnSpPr>
            <p:spPr>
              <a:xfrm>
                <a:off x="-44050" y="45627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618" name="Google Shape;618;p7"/>
              <p:cNvCxnSpPr/>
              <p:nvPr/>
            </p:nvCxnSpPr>
            <p:spPr>
              <a:xfrm>
                <a:off x="-44050" y="47151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619" name="Google Shape;619;p7"/>
              <p:cNvCxnSpPr/>
              <p:nvPr/>
            </p:nvCxnSpPr>
            <p:spPr>
              <a:xfrm>
                <a:off x="-44050" y="48675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620" name="Google Shape;620;p7"/>
              <p:cNvCxnSpPr/>
              <p:nvPr/>
            </p:nvCxnSpPr>
            <p:spPr>
              <a:xfrm>
                <a:off x="-44050" y="5019950"/>
                <a:ext cx="9229800" cy="0"/>
              </a:xfrm>
              <a:prstGeom prst="straightConnector1">
                <a:avLst/>
              </a:prstGeom>
              <a:noFill/>
              <a:ln w="9525" cap="flat" cmpd="sng">
                <a:solidFill>
                  <a:schemeClr val="lt1"/>
                </a:solidFill>
                <a:prstDash val="solid"/>
                <a:round/>
                <a:headEnd type="none" w="med" len="med"/>
                <a:tailEnd type="none" w="med" len="med"/>
              </a:ln>
            </p:spPr>
          </p:cxnSp>
        </p:grpSp>
      </p:grpSp>
      <p:sp>
        <p:nvSpPr>
          <p:cNvPr id="621" name="Google Shape;621;p7"/>
          <p:cNvSpPr txBox="1">
            <a:spLocks noGrp="1"/>
          </p:cNvSpPr>
          <p:nvPr>
            <p:ph type="title"/>
          </p:nvPr>
        </p:nvSpPr>
        <p:spPr>
          <a:xfrm>
            <a:off x="960000" y="929600"/>
            <a:ext cx="4876800" cy="14632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22" name="Google Shape;622;p7"/>
          <p:cNvSpPr txBox="1">
            <a:spLocks noGrp="1"/>
          </p:cNvSpPr>
          <p:nvPr>
            <p:ph type="body" idx="1"/>
          </p:nvPr>
        </p:nvSpPr>
        <p:spPr>
          <a:xfrm>
            <a:off x="960000" y="2392805"/>
            <a:ext cx="4876800" cy="3535600"/>
          </a:xfrm>
          <a:prstGeom prst="rect">
            <a:avLst/>
          </a:prstGeom>
        </p:spPr>
        <p:txBody>
          <a:bodyPr spcFirstLastPara="1" wrap="square" lIns="91425" tIns="91425" rIns="91425" bIns="91425" anchor="t" anchorCtr="0">
            <a:noAutofit/>
          </a:bodyPr>
          <a:lstStyle>
            <a:lvl1pPr marL="609585" lvl="0" indent="-372524" rtl="0">
              <a:spcBef>
                <a:spcPts val="0"/>
              </a:spcBef>
              <a:spcAft>
                <a:spcPts val="0"/>
              </a:spcAft>
              <a:buClr>
                <a:srgbClr val="999999"/>
              </a:buClr>
              <a:buSzPts val="800"/>
              <a:buFont typeface="Open Sans"/>
              <a:buChar char="●"/>
              <a:defRPr sz="1867">
                <a:solidFill>
                  <a:srgbClr val="434343"/>
                </a:solidFill>
              </a:defRPr>
            </a:lvl1pPr>
            <a:lvl2pPr marL="1219170" lvl="1" indent="-372524" rtl="0">
              <a:lnSpc>
                <a:spcPct val="100000"/>
              </a:lnSpc>
              <a:spcBef>
                <a:spcPts val="0"/>
              </a:spcBef>
              <a:spcAft>
                <a:spcPts val="0"/>
              </a:spcAft>
              <a:buClr>
                <a:srgbClr val="999999"/>
              </a:buClr>
              <a:buSzPts val="800"/>
              <a:buFont typeface="Open Sans"/>
              <a:buChar char="○"/>
              <a:defRPr>
                <a:solidFill>
                  <a:srgbClr val="434343"/>
                </a:solidFill>
              </a:defRPr>
            </a:lvl2pPr>
            <a:lvl3pPr marL="1828754" lvl="2" indent="-372524" rtl="0">
              <a:lnSpc>
                <a:spcPct val="100000"/>
              </a:lnSpc>
              <a:spcBef>
                <a:spcPts val="0"/>
              </a:spcBef>
              <a:spcAft>
                <a:spcPts val="0"/>
              </a:spcAft>
              <a:buClr>
                <a:srgbClr val="999999"/>
              </a:buClr>
              <a:buSzPts val="800"/>
              <a:buFont typeface="Open Sans"/>
              <a:buChar char="■"/>
              <a:defRPr>
                <a:solidFill>
                  <a:srgbClr val="434343"/>
                </a:solidFill>
              </a:defRPr>
            </a:lvl3pPr>
            <a:lvl4pPr marL="2438339" lvl="3" indent="-372524" rtl="0">
              <a:lnSpc>
                <a:spcPct val="100000"/>
              </a:lnSpc>
              <a:spcBef>
                <a:spcPts val="0"/>
              </a:spcBef>
              <a:spcAft>
                <a:spcPts val="0"/>
              </a:spcAft>
              <a:buClr>
                <a:srgbClr val="999999"/>
              </a:buClr>
              <a:buSzPts val="800"/>
              <a:buFont typeface="Open Sans"/>
              <a:buChar char="●"/>
              <a:defRPr>
                <a:solidFill>
                  <a:srgbClr val="434343"/>
                </a:solidFill>
              </a:defRPr>
            </a:lvl4pPr>
            <a:lvl5pPr marL="3047924" lvl="4" indent="-406390" rtl="0">
              <a:lnSpc>
                <a:spcPct val="100000"/>
              </a:lnSpc>
              <a:spcBef>
                <a:spcPts val="0"/>
              </a:spcBef>
              <a:spcAft>
                <a:spcPts val="0"/>
              </a:spcAft>
              <a:buClr>
                <a:srgbClr val="999999"/>
              </a:buClr>
              <a:buSzPts val="1200"/>
              <a:buFont typeface="Open Sans"/>
              <a:buChar char="○"/>
              <a:defRPr>
                <a:solidFill>
                  <a:srgbClr val="434343"/>
                </a:solidFill>
              </a:defRPr>
            </a:lvl5pPr>
            <a:lvl6pPr marL="3657509" lvl="5" indent="-406390" rtl="0">
              <a:lnSpc>
                <a:spcPct val="100000"/>
              </a:lnSpc>
              <a:spcBef>
                <a:spcPts val="0"/>
              </a:spcBef>
              <a:spcAft>
                <a:spcPts val="0"/>
              </a:spcAft>
              <a:buClr>
                <a:srgbClr val="999999"/>
              </a:buClr>
              <a:buSzPts val="1200"/>
              <a:buFont typeface="Open Sans"/>
              <a:buChar char="■"/>
              <a:defRPr>
                <a:solidFill>
                  <a:srgbClr val="434343"/>
                </a:solidFill>
              </a:defRPr>
            </a:lvl6pPr>
            <a:lvl7pPr marL="4267093" lvl="6" indent="-364058" rtl="0">
              <a:lnSpc>
                <a:spcPct val="100000"/>
              </a:lnSpc>
              <a:spcBef>
                <a:spcPts val="0"/>
              </a:spcBef>
              <a:spcAft>
                <a:spcPts val="0"/>
              </a:spcAft>
              <a:buClr>
                <a:srgbClr val="999999"/>
              </a:buClr>
              <a:buSzPts val="700"/>
              <a:buFont typeface="Open Sans"/>
              <a:buChar char="●"/>
              <a:defRPr>
                <a:solidFill>
                  <a:srgbClr val="434343"/>
                </a:solidFill>
              </a:defRPr>
            </a:lvl7pPr>
            <a:lvl8pPr marL="4876678" lvl="7" indent="-364058" rtl="0">
              <a:lnSpc>
                <a:spcPct val="100000"/>
              </a:lnSpc>
              <a:spcBef>
                <a:spcPts val="0"/>
              </a:spcBef>
              <a:spcAft>
                <a:spcPts val="0"/>
              </a:spcAft>
              <a:buClr>
                <a:srgbClr val="999999"/>
              </a:buClr>
              <a:buSzPts val="700"/>
              <a:buFont typeface="Open Sans"/>
              <a:buChar char="○"/>
              <a:defRPr>
                <a:solidFill>
                  <a:srgbClr val="434343"/>
                </a:solidFill>
              </a:defRPr>
            </a:lvl8pPr>
            <a:lvl9pPr marL="5486263" lvl="8" indent="-355591" rtl="0">
              <a:lnSpc>
                <a:spcPct val="100000"/>
              </a:lnSpc>
              <a:spcBef>
                <a:spcPts val="0"/>
              </a:spcBef>
              <a:spcAft>
                <a:spcPts val="0"/>
              </a:spcAft>
              <a:buClr>
                <a:srgbClr val="999999"/>
              </a:buClr>
              <a:buSzPts val="600"/>
              <a:buFont typeface="Open Sans"/>
              <a:buChar char="■"/>
              <a:defRPr>
                <a:solidFill>
                  <a:srgbClr val="434343"/>
                </a:solidFill>
              </a:defRPr>
            </a:lvl9pPr>
          </a:lstStyle>
          <a:p>
            <a:endParaRPr/>
          </a:p>
        </p:txBody>
      </p:sp>
    </p:spTree>
    <p:extLst>
      <p:ext uri="{BB962C8B-B14F-4D97-AF65-F5344CB8AC3E}">
        <p14:creationId xmlns:p14="http://schemas.microsoft.com/office/powerpoint/2010/main" val="16916313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Section header 1">
  <p:cSld name="Section header 1">
    <p:spTree>
      <p:nvGrpSpPr>
        <p:cNvPr id="1" name="Shape 1035"/>
        <p:cNvGrpSpPr/>
        <p:nvPr/>
      </p:nvGrpSpPr>
      <p:grpSpPr>
        <a:xfrm>
          <a:off x="0" y="0"/>
          <a:ext cx="0" cy="0"/>
          <a:chOff x="0" y="0"/>
          <a:chExt cx="0" cy="0"/>
        </a:xfrm>
      </p:grpSpPr>
      <p:grpSp>
        <p:nvGrpSpPr>
          <p:cNvPr id="1036" name="Google Shape;1036;p14"/>
          <p:cNvGrpSpPr/>
          <p:nvPr/>
        </p:nvGrpSpPr>
        <p:grpSpPr>
          <a:xfrm>
            <a:off x="-57200" y="-85800"/>
            <a:ext cx="12306400" cy="7029600"/>
            <a:chOff x="-42900" y="-64350"/>
            <a:chExt cx="9229800" cy="5272200"/>
          </a:xfrm>
        </p:grpSpPr>
        <p:grpSp>
          <p:nvGrpSpPr>
            <p:cNvPr id="1037" name="Google Shape;1037;p14"/>
            <p:cNvGrpSpPr/>
            <p:nvPr/>
          </p:nvGrpSpPr>
          <p:grpSpPr>
            <a:xfrm>
              <a:off x="142875" y="-64350"/>
              <a:ext cx="8858250" cy="5272200"/>
              <a:chOff x="160725" y="-75925"/>
              <a:chExt cx="8858250" cy="5272200"/>
            </a:xfrm>
          </p:grpSpPr>
          <p:cxnSp>
            <p:nvCxnSpPr>
              <p:cNvPr id="1038" name="Google Shape;1038;p14"/>
              <p:cNvCxnSpPr/>
              <p:nvPr/>
            </p:nvCxnSpPr>
            <p:spPr>
              <a:xfrm>
                <a:off x="160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39" name="Google Shape;1039;p14"/>
              <p:cNvCxnSpPr/>
              <p:nvPr/>
            </p:nvCxnSpPr>
            <p:spPr>
              <a:xfrm>
                <a:off x="303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40" name="Google Shape;1040;p14"/>
              <p:cNvCxnSpPr/>
              <p:nvPr/>
            </p:nvCxnSpPr>
            <p:spPr>
              <a:xfrm>
                <a:off x="446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41" name="Google Shape;1041;p14"/>
              <p:cNvCxnSpPr/>
              <p:nvPr/>
            </p:nvCxnSpPr>
            <p:spPr>
              <a:xfrm>
                <a:off x="589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42" name="Google Shape;1042;p14"/>
              <p:cNvCxnSpPr/>
              <p:nvPr/>
            </p:nvCxnSpPr>
            <p:spPr>
              <a:xfrm>
                <a:off x="732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43" name="Google Shape;1043;p14"/>
              <p:cNvCxnSpPr/>
              <p:nvPr/>
            </p:nvCxnSpPr>
            <p:spPr>
              <a:xfrm>
                <a:off x="875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44" name="Google Shape;1044;p14"/>
              <p:cNvCxnSpPr/>
              <p:nvPr/>
            </p:nvCxnSpPr>
            <p:spPr>
              <a:xfrm>
                <a:off x="10179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45" name="Google Shape;1045;p14"/>
              <p:cNvCxnSpPr/>
              <p:nvPr/>
            </p:nvCxnSpPr>
            <p:spPr>
              <a:xfrm>
                <a:off x="11608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46" name="Google Shape;1046;p14"/>
              <p:cNvCxnSpPr/>
              <p:nvPr/>
            </p:nvCxnSpPr>
            <p:spPr>
              <a:xfrm>
                <a:off x="1303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47" name="Google Shape;1047;p14"/>
              <p:cNvCxnSpPr/>
              <p:nvPr/>
            </p:nvCxnSpPr>
            <p:spPr>
              <a:xfrm>
                <a:off x="1446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48" name="Google Shape;1048;p14"/>
              <p:cNvCxnSpPr/>
              <p:nvPr/>
            </p:nvCxnSpPr>
            <p:spPr>
              <a:xfrm>
                <a:off x="1589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49" name="Google Shape;1049;p14"/>
              <p:cNvCxnSpPr/>
              <p:nvPr/>
            </p:nvCxnSpPr>
            <p:spPr>
              <a:xfrm>
                <a:off x="1732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50" name="Google Shape;1050;p14"/>
              <p:cNvCxnSpPr/>
              <p:nvPr/>
            </p:nvCxnSpPr>
            <p:spPr>
              <a:xfrm>
                <a:off x="1875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51" name="Google Shape;1051;p14"/>
              <p:cNvCxnSpPr/>
              <p:nvPr/>
            </p:nvCxnSpPr>
            <p:spPr>
              <a:xfrm>
                <a:off x="2018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52" name="Google Shape;1052;p14"/>
              <p:cNvCxnSpPr/>
              <p:nvPr/>
            </p:nvCxnSpPr>
            <p:spPr>
              <a:xfrm>
                <a:off x="21609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53" name="Google Shape;1053;p14"/>
              <p:cNvCxnSpPr/>
              <p:nvPr/>
            </p:nvCxnSpPr>
            <p:spPr>
              <a:xfrm>
                <a:off x="23038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54" name="Google Shape;1054;p14"/>
              <p:cNvCxnSpPr/>
              <p:nvPr/>
            </p:nvCxnSpPr>
            <p:spPr>
              <a:xfrm>
                <a:off x="2446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55" name="Google Shape;1055;p14"/>
              <p:cNvCxnSpPr/>
              <p:nvPr/>
            </p:nvCxnSpPr>
            <p:spPr>
              <a:xfrm>
                <a:off x="2589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56" name="Google Shape;1056;p14"/>
              <p:cNvCxnSpPr/>
              <p:nvPr/>
            </p:nvCxnSpPr>
            <p:spPr>
              <a:xfrm>
                <a:off x="2732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57" name="Google Shape;1057;p14"/>
              <p:cNvCxnSpPr/>
              <p:nvPr/>
            </p:nvCxnSpPr>
            <p:spPr>
              <a:xfrm>
                <a:off x="2875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58" name="Google Shape;1058;p14"/>
              <p:cNvCxnSpPr/>
              <p:nvPr/>
            </p:nvCxnSpPr>
            <p:spPr>
              <a:xfrm>
                <a:off x="3018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59" name="Google Shape;1059;p14"/>
              <p:cNvCxnSpPr/>
              <p:nvPr/>
            </p:nvCxnSpPr>
            <p:spPr>
              <a:xfrm>
                <a:off x="3161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60" name="Google Shape;1060;p14"/>
              <p:cNvCxnSpPr/>
              <p:nvPr/>
            </p:nvCxnSpPr>
            <p:spPr>
              <a:xfrm>
                <a:off x="33039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61" name="Google Shape;1061;p14"/>
              <p:cNvCxnSpPr/>
              <p:nvPr/>
            </p:nvCxnSpPr>
            <p:spPr>
              <a:xfrm>
                <a:off x="34468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62" name="Google Shape;1062;p14"/>
              <p:cNvCxnSpPr/>
              <p:nvPr/>
            </p:nvCxnSpPr>
            <p:spPr>
              <a:xfrm>
                <a:off x="3589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63" name="Google Shape;1063;p14"/>
              <p:cNvCxnSpPr/>
              <p:nvPr/>
            </p:nvCxnSpPr>
            <p:spPr>
              <a:xfrm>
                <a:off x="3732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64" name="Google Shape;1064;p14"/>
              <p:cNvCxnSpPr/>
              <p:nvPr/>
            </p:nvCxnSpPr>
            <p:spPr>
              <a:xfrm>
                <a:off x="3875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65" name="Google Shape;1065;p14"/>
              <p:cNvCxnSpPr/>
              <p:nvPr/>
            </p:nvCxnSpPr>
            <p:spPr>
              <a:xfrm>
                <a:off x="4018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66" name="Google Shape;1066;p14"/>
              <p:cNvCxnSpPr/>
              <p:nvPr/>
            </p:nvCxnSpPr>
            <p:spPr>
              <a:xfrm>
                <a:off x="4161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67" name="Google Shape;1067;p14"/>
              <p:cNvCxnSpPr/>
              <p:nvPr/>
            </p:nvCxnSpPr>
            <p:spPr>
              <a:xfrm>
                <a:off x="4304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68" name="Google Shape;1068;p14"/>
              <p:cNvCxnSpPr/>
              <p:nvPr/>
            </p:nvCxnSpPr>
            <p:spPr>
              <a:xfrm>
                <a:off x="44469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69" name="Google Shape;1069;p14"/>
              <p:cNvCxnSpPr/>
              <p:nvPr/>
            </p:nvCxnSpPr>
            <p:spPr>
              <a:xfrm>
                <a:off x="45898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70" name="Google Shape;1070;p14"/>
              <p:cNvCxnSpPr/>
              <p:nvPr/>
            </p:nvCxnSpPr>
            <p:spPr>
              <a:xfrm>
                <a:off x="4732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71" name="Google Shape;1071;p14"/>
              <p:cNvCxnSpPr/>
              <p:nvPr/>
            </p:nvCxnSpPr>
            <p:spPr>
              <a:xfrm>
                <a:off x="4875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72" name="Google Shape;1072;p14"/>
              <p:cNvCxnSpPr/>
              <p:nvPr/>
            </p:nvCxnSpPr>
            <p:spPr>
              <a:xfrm>
                <a:off x="5018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73" name="Google Shape;1073;p14"/>
              <p:cNvCxnSpPr/>
              <p:nvPr/>
            </p:nvCxnSpPr>
            <p:spPr>
              <a:xfrm>
                <a:off x="5161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74" name="Google Shape;1074;p14"/>
              <p:cNvCxnSpPr/>
              <p:nvPr/>
            </p:nvCxnSpPr>
            <p:spPr>
              <a:xfrm>
                <a:off x="5304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75" name="Google Shape;1075;p14"/>
              <p:cNvCxnSpPr/>
              <p:nvPr/>
            </p:nvCxnSpPr>
            <p:spPr>
              <a:xfrm>
                <a:off x="5447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76" name="Google Shape;1076;p14"/>
              <p:cNvCxnSpPr/>
              <p:nvPr/>
            </p:nvCxnSpPr>
            <p:spPr>
              <a:xfrm>
                <a:off x="55899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77" name="Google Shape;1077;p14"/>
              <p:cNvCxnSpPr/>
              <p:nvPr/>
            </p:nvCxnSpPr>
            <p:spPr>
              <a:xfrm>
                <a:off x="57328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78" name="Google Shape;1078;p14"/>
              <p:cNvCxnSpPr/>
              <p:nvPr/>
            </p:nvCxnSpPr>
            <p:spPr>
              <a:xfrm>
                <a:off x="5875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79" name="Google Shape;1079;p14"/>
              <p:cNvCxnSpPr/>
              <p:nvPr/>
            </p:nvCxnSpPr>
            <p:spPr>
              <a:xfrm>
                <a:off x="6018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80" name="Google Shape;1080;p14"/>
              <p:cNvCxnSpPr/>
              <p:nvPr/>
            </p:nvCxnSpPr>
            <p:spPr>
              <a:xfrm>
                <a:off x="6161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81" name="Google Shape;1081;p14"/>
              <p:cNvCxnSpPr/>
              <p:nvPr/>
            </p:nvCxnSpPr>
            <p:spPr>
              <a:xfrm>
                <a:off x="6304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82" name="Google Shape;1082;p14"/>
              <p:cNvCxnSpPr/>
              <p:nvPr/>
            </p:nvCxnSpPr>
            <p:spPr>
              <a:xfrm>
                <a:off x="6447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83" name="Google Shape;1083;p14"/>
              <p:cNvCxnSpPr/>
              <p:nvPr/>
            </p:nvCxnSpPr>
            <p:spPr>
              <a:xfrm>
                <a:off x="6590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84" name="Google Shape;1084;p14"/>
              <p:cNvCxnSpPr/>
              <p:nvPr/>
            </p:nvCxnSpPr>
            <p:spPr>
              <a:xfrm>
                <a:off x="67329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85" name="Google Shape;1085;p14"/>
              <p:cNvCxnSpPr/>
              <p:nvPr/>
            </p:nvCxnSpPr>
            <p:spPr>
              <a:xfrm>
                <a:off x="68758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86" name="Google Shape;1086;p14"/>
              <p:cNvCxnSpPr/>
              <p:nvPr/>
            </p:nvCxnSpPr>
            <p:spPr>
              <a:xfrm>
                <a:off x="7018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87" name="Google Shape;1087;p14"/>
              <p:cNvCxnSpPr/>
              <p:nvPr/>
            </p:nvCxnSpPr>
            <p:spPr>
              <a:xfrm>
                <a:off x="7161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88" name="Google Shape;1088;p14"/>
              <p:cNvCxnSpPr/>
              <p:nvPr/>
            </p:nvCxnSpPr>
            <p:spPr>
              <a:xfrm>
                <a:off x="7304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89" name="Google Shape;1089;p14"/>
              <p:cNvCxnSpPr/>
              <p:nvPr/>
            </p:nvCxnSpPr>
            <p:spPr>
              <a:xfrm>
                <a:off x="7447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90" name="Google Shape;1090;p14"/>
              <p:cNvCxnSpPr/>
              <p:nvPr/>
            </p:nvCxnSpPr>
            <p:spPr>
              <a:xfrm>
                <a:off x="7590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91" name="Google Shape;1091;p14"/>
              <p:cNvCxnSpPr/>
              <p:nvPr/>
            </p:nvCxnSpPr>
            <p:spPr>
              <a:xfrm>
                <a:off x="7733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92" name="Google Shape;1092;p14"/>
              <p:cNvCxnSpPr/>
              <p:nvPr/>
            </p:nvCxnSpPr>
            <p:spPr>
              <a:xfrm>
                <a:off x="78759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93" name="Google Shape;1093;p14"/>
              <p:cNvCxnSpPr/>
              <p:nvPr/>
            </p:nvCxnSpPr>
            <p:spPr>
              <a:xfrm>
                <a:off x="80188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94" name="Google Shape;1094;p14"/>
              <p:cNvCxnSpPr/>
              <p:nvPr/>
            </p:nvCxnSpPr>
            <p:spPr>
              <a:xfrm>
                <a:off x="8161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95" name="Google Shape;1095;p14"/>
              <p:cNvCxnSpPr/>
              <p:nvPr/>
            </p:nvCxnSpPr>
            <p:spPr>
              <a:xfrm>
                <a:off x="8304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96" name="Google Shape;1096;p14"/>
              <p:cNvCxnSpPr/>
              <p:nvPr/>
            </p:nvCxnSpPr>
            <p:spPr>
              <a:xfrm>
                <a:off x="8447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97" name="Google Shape;1097;p14"/>
              <p:cNvCxnSpPr/>
              <p:nvPr/>
            </p:nvCxnSpPr>
            <p:spPr>
              <a:xfrm>
                <a:off x="8590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98" name="Google Shape;1098;p14"/>
              <p:cNvCxnSpPr/>
              <p:nvPr/>
            </p:nvCxnSpPr>
            <p:spPr>
              <a:xfrm>
                <a:off x="8733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099" name="Google Shape;1099;p14"/>
              <p:cNvCxnSpPr/>
              <p:nvPr/>
            </p:nvCxnSpPr>
            <p:spPr>
              <a:xfrm>
                <a:off x="8876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00" name="Google Shape;1100;p14"/>
              <p:cNvCxnSpPr/>
              <p:nvPr/>
            </p:nvCxnSpPr>
            <p:spPr>
              <a:xfrm>
                <a:off x="9018975" y="-75925"/>
                <a:ext cx="0" cy="5272200"/>
              </a:xfrm>
              <a:prstGeom prst="straightConnector1">
                <a:avLst/>
              </a:prstGeom>
              <a:noFill/>
              <a:ln w="9525" cap="flat" cmpd="sng">
                <a:solidFill>
                  <a:schemeClr val="lt1"/>
                </a:solidFill>
                <a:prstDash val="solid"/>
                <a:round/>
                <a:headEnd type="none" w="med" len="med"/>
                <a:tailEnd type="none" w="med" len="med"/>
              </a:ln>
            </p:spPr>
          </p:cxnSp>
        </p:grpSp>
        <p:grpSp>
          <p:nvGrpSpPr>
            <p:cNvPr id="1101" name="Google Shape;1101;p14"/>
            <p:cNvGrpSpPr/>
            <p:nvPr/>
          </p:nvGrpSpPr>
          <p:grpSpPr>
            <a:xfrm>
              <a:off x="-42900" y="133350"/>
              <a:ext cx="9229800" cy="4876800"/>
              <a:chOff x="-44050" y="143150"/>
              <a:chExt cx="9229800" cy="4876800"/>
            </a:xfrm>
          </p:grpSpPr>
          <p:cxnSp>
            <p:nvCxnSpPr>
              <p:cNvPr id="1102" name="Google Shape;1102;p14"/>
              <p:cNvCxnSpPr/>
              <p:nvPr/>
            </p:nvCxnSpPr>
            <p:spPr>
              <a:xfrm>
                <a:off x="-44050" y="1431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103" name="Google Shape;1103;p14"/>
              <p:cNvCxnSpPr/>
              <p:nvPr/>
            </p:nvCxnSpPr>
            <p:spPr>
              <a:xfrm>
                <a:off x="-44050" y="2955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104" name="Google Shape;1104;p14"/>
              <p:cNvCxnSpPr/>
              <p:nvPr/>
            </p:nvCxnSpPr>
            <p:spPr>
              <a:xfrm>
                <a:off x="-44050" y="4479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105" name="Google Shape;1105;p14"/>
              <p:cNvCxnSpPr/>
              <p:nvPr/>
            </p:nvCxnSpPr>
            <p:spPr>
              <a:xfrm>
                <a:off x="-44050" y="6003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106" name="Google Shape;1106;p14"/>
              <p:cNvCxnSpPr/>
              <p:nvPr/>
            </p:nvCxnSpPr>
            <p:spPr>
              <a:xfrm>
                <a:off x="-44050" y="7527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107" name="Google Shape;1107;p14"/>
              <p:cNvCxnSpPr/>
              <p:nvPr/>
            </p:nvCxnSpPr>
            <p:spPr>
              <a:xfrm>
                <a:off x="-44050" y="9051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108" name="Google Shape;1108;p14"/>
              <p:cNvCxnSpPr/>
              <p:nvPr/>
            </p:nvCxnSpPr>
            <p:spPr>
              <a:xfrm>
                <a:off x="-44050" y="10575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109" name="Google Shape;1109;p14"/>
              <p:cNvCxnSpPr/>
              <p:nvPr/>
            </p:nvCxnSpPr>
            <p:spPr>
              <a:xfrm>
                <a:off x="-44050" y="12099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110" name="Google Shape;1110;p14"/>
              <p:cNvCxnSpPr/>
              <p:nvPr/>
            </p:nvCxnSpPr>
            <p:spPr>
              <a:xfrm>
                <a:off x="-44050" y="13623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111" name="Google Shape;1111;p14"/>
              <p:cNvCxnSpPr/>
              <p:nvPr/>
            </p:nvCxnSpPr>
            <p:spPr>
              <a:xfrm>
                <a:off x="-44050" y="15147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112" name="Google Shape;1112;p14"/>
              <p:cNvCxnSpPr/>
              <p:nvPr/>
            </p:nvCxnSpPr>
            <p:spPr>
              <a:xfrm>
                <a:off x="-44050" y="16671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113" name="Google Shape;1113;p14"/>
              <p:cNvCxnSpPr/>
              <p:nvPr/>
            </p:nvCxnSpPr>
            <p:spPr>
              <a:xfrm>
                <a:off x="-44050" y="18195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114" name="Google Shape;1114;p14"/>
              <p:cNvCxnSpPr/>
              <p:nvPr/>
            </p:nvCxnSpPr>
            <p:spPr>
              <a:xfrm>
                <a:off x="-44050" y="19719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115" name="Google Shape;1115;p14"/>
              <p:cNvCxnSpPr/>
              <p:nvPr/>
            </p:nvCxnSpPr>
            <p:spPr>
              <a:xfrm>
                <a:off x="-44050" y="21243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116" name="Google Shape;1116;p14"/>
              <p:cNvCxnSpPr/>
              <p:nvPr/>
            </p:nvCxnSpPr>
            <p:spPr>
              <a:xfrm>
                <a:off x="-44050" y="22767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117" name="Google Shape;1117;p14"/>
              <p:cNvCxnSpPr/>
              <p:nvPr/>
            </p:nvCxnSpPr>
            <p:spPr>
              <a:xfrm>
                <a:off x="-44050" y="24291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118" name="Google Shape;1118;p14"/>
              <p:cNvCxnSpPr/>
              <p:nvPr/>
            </p:nvCxnSpPr>
            <p:spPr>
              <a:xfrm>
                <a:off x="-44050" y="25815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119" name="Google Shape;1119;p14"/>
              <p:cNvCxnSpPr/>
              <p:nvPr/>
            </p:nvCxnSpPr>
            <p:spPr>
              <a:xfrm>
                <a:off x="-44050" y="27339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120" name="Google Shape;1120;p14"/>
              <p:cNvCxnSpPr/>
              <p:nvPr/>
            </p:nvCxnSpPr>
            <p:spPr>
              <a:xfrm>
                <a:off x="-44050" y="28863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121" name="Google Shape;1121;p14"/>
              <p:cNvCxnSpPr/>
              <p:nvPr/>
            </p:nvCxnSpPr>
            <p:spPr>
              <a:xfrm>
                <a:off x="-44050" y="30387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122" name="Google Shape;1122;p14"/>
              <p:cNvCxnSpPr/>
              <p:nvPr/>
            </p:nvCxnSpPr>
            <p:spPr>
              <a:xfrm>
                <a:off x="-44050" y="31911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123" name="Google Shape;1123;p14"/>
              <p:cNvCxnSpPr/>
              <p:nvPr/>
            </p:nvCxnSpPr>
            <p:spPr>
              <a:xfrm>
                <a:off x="-44050" y="33435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124" name="Google Shape;1124;p14"/>
              <p:cNvCxnSpPr/>
              <p:nvPr/>
            </p:nvCxnSpPr>
            <p:spPr>
              <a:xfrm>
                <a:off x="-44050" y="34959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125" name="Google Shape;1125;p14"/>
              <p:cNvCxnSpPr/>
              <p:nvPr/>
            </p:nvCxnSpPr>
            <p:spPr>
              <a:xfrm>
                <a:off x="-44050" y="36483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126" name="Google Shape;1126;p14"/>
              <p:cNvCxnSpPr/>
              <p:nvPr/>
            </p:nvCxnSpPr>
            <p:spPr>
              <a:xfrm>
                <a:off x="-44050" y="38007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127" name="Google Shape;1127;p14"/>
              <p:cNvCxnSpPr/>
              <p:nvPr/>
            </p:nvCxnSpPr>
            <p:spPr>
              <a:xfrm>
                <a:off x="-44050" y="39531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128" name="Google Shape;1128;p14"/>
              <p:cNvCxnSpPr/>
              <p:nvPr/>
            </p:nvCxnSpPr>
            <p:spPr>
              <a:xfrm>
                <a:off x="-44050" y="41055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129" name="Google Shape;1129;p14"/>
              <p:cNvCxnSpPr/>
              <p:nvPr/>
            </p:nvCxnSpPr>
            <p:spPr>
              <a:xfrm>
                <a:off x="-44050" y="42579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130" name="Google Shape;1130;p14"/>
              <p:cNvCxnSpPr/>
              <p:nvPr/>
            </p:nvCxnSpPr>
            <p:spPr>
              <a:xfrm>
                <a:off x="-44050" y="44103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131" name="Google Shape;1131;p14"/>
              <p:cNvCxnSpPr/>
              <p:nvPr/>
            </p:nvCxnSpPr>
            <p:spPr>
              <a:xfrm>
                <a:off x="-44050" y="45627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132" name="Google Shape;1132;p14"/>
              <p:cNvCxnSpPr/>
              <p:nvPr/>
            </p:nvCxnSpPr>
            <p:spPr>
              <a:xfrm>
                <a:off x="-44050" y="47151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133" name="Google Shape;1133;p14"/>
              <p:cNvCxnSpPr/>
              <p:nvPr/>
            </p:nvCxnSpPr>
            <p:spPr>
              <a:xfrm>
                <a:off x="-44050" y="48675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134" name="Google Shape;1134;p14"/>
              <p:cNvCxnSpPr/>
              <p:nvPr/>
            </p:nvCxnSpPr>
            <p:spPr>
              <a:xfrm>
                <a:off x="-44050" y="5019950"/>
                <a:ext cx="9229800" cy="0"/>
              </a:xfrm>
              <a:prstGeom prst="straightConnector1">
                <a:avLst/>
              </a:prstGeom>
              <a:noFill/>
              <a:ln w="9525" cap="flat" cmpd="sng">
                <a:solidFill>
                  <a:schemeClr val="lt1"/>
                </a:solidFill>
                <a:prstDash val="solid"/>
                <a:round/>
                <a:headEnd type="none" w="med" len="med"/>
                <a:tailEnd type="none" w="med" len="med"/>
              </a:ln>
            </p:spPr>
          </p:cxnSp>
        </p:grpSp>
      </p:grpSp>
      <p:sp>
        <p:nvSpPr>
          <p:cNvPr id="1135" name="Google Shape;1135;p14"/>
          <p:cNvSpPr txBox="1">
            <a:spLocks noGrp="1"/>
          </p:cNvSpPr>
          <p:nvPr>
            <p:ph type="title"/>
          </p:nvPr>
        </p:nvSpPr>
        <p:spPr>
          <a:xfrm>
            <a:off x="960000" y="2906167"/>
            <a:ext cx="8193600" cy="12192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5333"/>
            </a:lvl1pPr>
            <a:lvl2pPr lvl="1" rtl="0">
              <a:spcBef>
                <a:spcPts val="0"/>
              </a:spcBef>
              <a:spcAft>
                <a:spcPts val="0"/>
              </a:spcAft>
              <a:buSzPts val="3600"/>
              <a:buNone/>
              <a:defRPr sz="4800"/>
            </a:lvl2pPr>
            <a:lvl3pPr lvl="2" rtl="0">
              <a:spcBef>
                <a:spcPts val="0"/>
              </a:spcBef>
              <a:spcAft>
                <a:spcPts val="0"/>
              </a:spcAft>
              <a:buSzPts val="3600"/>
              <a:buNone/>
              <a:defRPr sz="4800"/>
            </a:lvl3pPr>
            <a:lvl4pPr lvl="3" rtl="0">
              <a:spcBef>
                <a:spcPts val="0"/>
              </a:spcBef>
              <a:spcAft>
                <a:spcPts val="0"/>
              </a:spcAft>
              <a:buSzPts val="3600"/>
              <a:buNone/>
              <a:defRPr sz="4800"/>
            </a:lvl4pPr>
            <a:lvl5pPr lvl="4" rtl="0">
              <a:spcBef>
                <a:spcPts val="0"/>
              </a:spcBef>
              <a:spcAft>
                <a:spcPts val="0"/>
              </a:spcAft>
              <a:buSzPts val="3600"/>
              <a:buNone/>
              <a:defRPr sz="4800"/>
            </a:lvl5pPr>
            <a:lvl6pPr lvl="5" rtl="0">
              <a:spcBef>
                <a:spcPts val="0"/>
              </a:spcBef>
              <a:spcAft>
                <a:spcPts val="0"/>
              </a:spcAft>
              <a:buSzPts val="3600"/>
              <a:buNone/>
              <a:defRPr sz="4800"/>
            </a:lvl6pPr>
            <a:lvl7pPr lvl="6" rtl="0">
              <a:spcBef>
                <a:spcPts val="0"/>
              </a:spcBef>
              <a:spcAft>
                <a:spcPts val="0"/>
              </a:spcAft>
              <a:buSzPts val="3600"/>
              <a:buNone/>
              <a:defRPr sz="4800"/>
            </a:lvl7pPr>
            <a:lvl8pPr lvl="7" rtl="0">
              <a:spcBef>
                <a:spcPts val="0"/>
              </a:spcBef>
              <a:spcAft>
                <a:spcPts val="0"/>
              </a:spcAft>
              <a:buSzPts val="3600"/>
              <a:buNone/>
              <a:defRPr sz="4800"/>
            </a:lvl8pPr>
            <a:lvl9pPr lvl="8" rtl="0">
              <a:spcBef>
                <a:spcPts val="0"/>
              </a:spcBef>
              <a:spcAft>
                <a:spcPts val="0"/>
              </a:spcAft>
              <a:buSzPts val="3600"/>
              <a:buNone/>
              <a:defRPr sz="4800"/>
            </a:lvl9pPr>
          </a:lstStyle>
          <a:p>
            <a:endParaRPr/>
          </a:p>
        </p:txBody>
      </p:sp>
      <p:sp>
        <p:nvSpPr>
          <p:cNvPr id="1136" name="Google Shape;1136;p14"/>
          <p:cNvSpPr txBox="1">
            <a:spLocks noGrp="1"/>
          </p:cNvSpPr>
          <p:nvPr>
            <p:ph type="title" idx="2" hasCustomPrompt="1"/>
          </p:nvPr>
        </p:nvSpPr>
        <p:spPr>
          <a:xfrm>
            <a:off x="960000" y="1123633"/>
            <a:ext cx="2438400" cy="17824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12000">
                <a:solidFill>
                  <a:schemeClr val="accent1"/>
                </a:solidFill>
              </a:defRPr>
            </a:lvl1pPr>
            <a:lvl2pPr lvl="1" rtl="0">
              <a:spcBef>
                <a:spcPts val="0"/>
              </a:spcBef>
              <a:spcAft>
                <a:spcPts val="0"/>
              </a:spcAft>
              <a:buSzPts val="6000"/>
              <a:buNone/>
              <a:defRPr sz="8000"/>
            </a:lvl2pPr>
            <a:lvl3pPr lvl="2" rtl="0">
              <a:spcBef>
                <a:spcPts val="0"/>
              </a:spcBef>
              <a:spcAft>
                <a:spcPts val="0"/>
              </a:spcAft>
              <a:buSzPts val="6000"/>
              <a:buNone/>
              <a:defRPr sz="8000"/>
            </a:lvl3pPr>
            <a:lvl4pPr lvl="3" rtl="0">
              <a:spcBef>
                <a:spcPts val="0"/>
              </a:spcBef>
              <a:spcAft>
                <a:spcPts val="0"/>
              </a:spcAft>
              <a:buSzPts val="6000"/>
              <a:buNone/>
              <a:defRPr sz="8000"/>
            </a:lvl4pPr>
            <a:lvl5pPr lvl="4" rtl="0">
              <a:spcBef>
                <a:spcPts val="0"/>
              </a:spcBef>
              <a:spcAft>
                <a:spcPts val="0"/>
              </a:spcAft>
              <a:buSzPts val="6000"/>
              <a:buNone/>
              <a:defRPr sz="8000"/>
            </a:lvl5pPr>
            <a:lvl6pPr lvl="5" rtl="0">
              <a:spcBef>
                <a:spcPts val="0"/>
              </a:spcBef>
              <a:spcAft>
                <a:spcPts val="0"/>
              </a:spcAft>
              <a:buSzPts val="6000"/>
              <a:buNone/>
              <a:defRPr sz="8000"/>
            </a:lvl6pPr>
            <a:lvl7pPr lvl="6" rtl="0">
              <a:spcBef>
                <a:spcPts val="0"/>
              </a:spcBef>
              <a:spcAft>
                <a:spcPts val="0"/>
              </a:spcAft>
              <a:buSzPts val="6000"/>
              <a:buNone/>
              <a:defRPr sz="8000"/>
            </a:lvl7pPr>
            <a:lvl8pPr lvl="7" rtl="0">
              <a:spcBef>
                <a:spcPts val="0"/>
              </a:spcBef>
              <a:spcAft>
                <a:spcPts val="0"/>
              </a:spcAft>
              <a:buSzPts val="6000"/>
              <a:buNone/>
              <a:defRPr sz="8000"/>
            </a:lvl8pPr>
            <a:lvl9pPr lvl="8" rtl="0">
              <a:spcBef>
                <a:spcPts val="0"/>
              </a:spcBef>
              <a:spcAft>
                <a:spcPts val="0"/>
              </a:spcAft>
              <a:buSzPts val="6000"/>
              <a:buNone/>
              <a:defRPr sz="8000"/>
            </a:lvl9pPr>
          </a:lstStyle>
          <a:p>
            <a:r>
              <a:t>xx%</a:t>
            </a:r>
          </a:p>
        </p:txBody>
      </p:sp>
      <p:sp>
        <p:nvSpPr>
          <p:cNvPr id="1137" name="Google Shape;1137;p14"/>
          <p:cNvSpPr txBox="1">
            <a:spLocks noGrp="1"/>
          </p:cNvSpPr>
          <p:nvPr>
            <p:ph type="subTitle" idx="1"/>
          </p:nvPr>
        </p:nvSpPr>
        <p:spPr>
          <a:xfrm>
            <a:off x="960000" y="4125367"/>
            <a:ext cx="6096000" cy="60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2133"/>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5045285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Background">
  <p:cSld name="Background">
    <p:spTree>
      <p:nvGrpSpPr>
        <p:cNvPr id="1" name="Shape 2731"/>
        <p:cNvGrpSpPr/>
        <p:nvPr/>
      </p:nvGrpSpPr>
      <p:grpSpPr>
        <a:xfrm>
          <a:off x="0" y="0"/>
          <a:ext cx="0" cy="0"/>
          <a:chOff x="0" y="0"/>
          <a:chExt cx="0" cy="0"/>
        </a:xfrm>
      </p:grpSpPr>
      <p:grpSp>
        <p:nvGrpSpPr>
          <p:cNvPr id="2732" name="Google Shape;2732;p30"/>
          <p:cNvGrpSpPr/>
          <p:nvPr/>
        </p:nvGrpSpPr>
        <p:grpSpPr>
          <a:xfrm>
            <a:off x="-57200" y="-85800"/>
            <a:ext cx="12306400" cy="7029600"/>
            <a:chOff x="-42900" y="-64350"/>
            <a:chExt cx="9229800" cy="5272200"/>
          </a:xfrm>
        </p:grpSpPr>
        <p:grpSp>
          <p:nvGrpSpPr>
            <p:cNvPr id="2733" name="Google Shape;2733;p30"/>
            <p:cNvGrpSpPr/>
            <p:nvPr/>
          </p:nvGrpSpPr>
          <p:grpSpPr>
            <a:xfrm>
              <a:off x="142875" y="-64350"/>
              <a:ext cx="8858250" cy="5272200"/>
              <a:chOff x="160725" y="-75925"/>
              <a:chExt cx="8858250" cy="5272200"/>
            </a:xfrm>
          </p:grpSpPr>
          <p:cxnSp>
            <p:nvCxnSpPr>
              <p:cNvPr id="2734" name="Google Shape;2734;p30"/>
              <p:cNvCxnSpPr/>
              <p:nvPr/>
            </p:nvCxnSpPr>
            <p:spPr>
              <a:xfrm>
                <a:off x="160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35" name="Google Shape;2735;p30"/>
              <p:cNvCxnSpPr/>
              <p:nvPr/>
            </p:nvCxnSpPr>
            <p:spPr>
              <a:xfrm>
                <a:off x="303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36" name="Google Shape;2736;p30"/>
              <p:cNvCxnSpPr/>
              <p:nvPr/>
            </p:nvCxnSpPr>
            <p:spPr>
              <a:xfrm>
                <a:off x="446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37" name="Google Shape;2737;p30"/>
              <p:cNvCxnSpPr/>
              <p:nvPr/>
            </p:nvCxnSpPr>
            <p:spPr>
              <a:xfrm>
                <a:off x="589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38" name="Google Shape;2738;p30"/>
              <p:cNvCxnSpPr/>
              <p:nvPr/>
            </p:nvCxnSpPr>
            <p:spPr>
              <a:xfrm>
                <a:off x="732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39" name="Google Shape;2739;p30"/>
              <p:cNvCxnSpPr/>
              <p:nvPr/>
            </p:nvCxnSpPr>
            <p:spPr>
              <a:xfrm>
                <a:off x="875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40" name="Google Shape;2740;p30"/>
              <p:cNvCxnSpPr/>
              <p:nvPr/>
            </p:nvCxnSpPr>
            <p:spPr>
              <a:xfrm>
                <a:off x="10179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41" name="Google Shape;2741;p30"/>
              <p:cNvCxnSpPr/>
              <p:nvPr/>
            </p:nvCxnSpPr>
            <p:spPr>
              <a:xfrm>
                <a:off x="11608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42" name="Google Shape;2742;p30"/>
              <p:cNvCxnSpPr/>
              <p:nvPr/>
            </p:nvCxnSpPr>
            <p:spPr>
              <a:xfrm>
                <a:off x="1303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43" name="Google Shape;2743;p30"/>
              <p:cNvCxnSpPr/>
              <p:nvPr/>
            </p:nvCxnSpPr>
            <p:spPr>
              <a:xfrm>
                <a:off x="1446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44" name="Google Shape;2744;p30"/>
              <p:cNvCxnSpPr/>
              <p:nvPr/>
            </p:nvCxnSpPr>
            <p:spPr>
              <a:xfrm>
                <a:off x="1589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45" name="Google Shape;2745;p30"/>
              <p:cNvCxnSpPr/>
              <p:nvPr/>
            </p:nvCxnSpPr>
            <p:spPr>
              <a:xfrm>
                <a:off x="1732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46" name="Google Shape;2746;p30"/>
              <p:cNvCxnSpPr/>
              <p:nvPr/>
            </p:nvCxnSpPr>
            <p:spPr>
              <a:xfrm>
                <a:off x="1875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47" name="Google Shape;2747;p30"/>
              <p:cNvCxnSpPr/>
              <p:nvPr/>
            </p:nvCxnSpPr>
            <p:spPr>
              <a:xfrm>
                <a:off x="2018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48" name="Google Shape;2748;p30"/>
              <p:cNvCxnSpPr/>
              <p:nvPr/>
            </p:nvCxnSpPr>
            <p:spPr>
              <a:xfrm>
                <a:off x="21609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49" name="Google Shape;2749;p30"/>
              <p:cNvCxnSpPr/>
              <p:nvPr/>
            </p:nvCxnSpPr>
            <p:spPr>
              <a:xfrm>
                <a:off x="23038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50" name="Google Shape;2750;p30"/>
              <p:cNvCxnSpPr/>
              <p:nvPr/>
            </p:nvCxnSpPr>
            <p:spPr>
              <a:xfrm>
                <a:off x="2446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51" name="Google Shape;2751;p30"/>
              <p:cNvCxnSpPr/>
              <p:nvPr/>
            </p:nvCxnSpPr>
            <p:spPr>
              <a:xfrm>
                <a:off x="2589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52" name="Google Shape;2752;p30"/>
              <p:cNvCxnSpPr/>
              <p:nvPr/>
            </p:nvCxnSpPr>
            <p:spPr>
              <a:xfrm>
                <a:off x="2732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53" name="Google Shape;2753;p30"/>
              <p:cNvCxnSpPr/>
              <p:nvPr/>
            </p:nvCxnSpPr>
            <p:spPr>
              <a:xfrm>
                <a:off x="2875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54" name="Google Shape;2754;p30"/>
              <p:cNvCxnSpPr/>
              <p:nvPr/>
            </p:nvCxnSpPr>
            <p:spPr>
              <a:xfrm>
                <a:off x="3018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55" name="Google Shape;2755;p30"/>
              <p:cNvCxnSpPr/>
              <p:nvPr/>
            </p:nvCxnSpPr>
            <p:spPr>
              <a:xfrm>
                <a:off x="3161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56" name="Google Shape;2756;p30"/>
              <p:cNvCxnSpPr/>
              <p:nvPr/>
            </p:nvCxnSpPr>
            <p:spPr>
              <a:xfrm>
                <a:off x="33039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57" name="Google Shape;2757;p30"/>
              <p:cNvCxnSpPr/>
              <p:nvPr/>
            </p:nvCxnSpPr>
            <p:spPr>
              <a:xfrm>
                <a:off x="34468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58" name="Google Shape;2758;p30"/>
              <p:cNvCxnSpPr/>
              <p:nvPr/>
            </p:nvCxnSpPr>
            <p:spPr>
              <a:xfrm>
                <a:off x="3589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59" name="Google Shape;2759;p30"/>
              <p:cNvCxnSpPr/>
              <p:nvPr/>
            </p:nvCxnSpPr>
            <p:spPr>
              <a:xfrm>
                <a:off x="3732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60" name="Google Shape;2760;p30"/>
              <p:cNvCxnSpPr/>
              <p:nvPr/>
            </p:nvCxnSpPr>
            <p:spPr>
              <a:xfrm>
                <a:off x="3875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61" name="Google Shape;2761;p30"/>
              <p:cNvCxnSpPr/>
              <p:nvPr/>
            </p:nvCxnSpPr>
            <p:spPr>
              <a:xfrm>
                <a:off x="4018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62" name="Google Shape;2762;p30"/>
              <p:cNvCxnSpPr/>
              <p:nvPr/>
            </p:nvCxnSpPr>
            <p:spPr>
              <a:xfrm>
                <a:off x="4161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63" name="Google Shape;2763;p30"/>
              <p:cNvCxnSpPr/>
              <p:nvPr/>
            </p:nvCxnSpPr>
            <p:spPr>
              <a:xfrm>
                <a:off x="4304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64" name="Google Shape;2764;p30"/>
              <p:cNvCxnSpPr/>
              <p:nvPr/>
            </p:nvCxnSpPr>
            <p:spPr>
              <a:xfrm>
                <a:off x="44469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65" name="Google Shape;2765;p30"/>
              <p:cNvCxnSpPr/>
              <p:nvPr/>
            </p:nvCxnSpPr>
            <p:spPr>
              <a:xfrm>
                <a:off x="45898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66" name="Google Shape;2766;p30"/>
              <p:cNvCxnSpPr/>
              <p:nvPr/>
            </p:nvCxnSpPr>
            <p:spPr>
              <a:xfrm>
                <a:off x="4732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67" name="Google Shape;2767;p30"/>
              <p:cNvCxnSpPr/>
              <p:nvPr/>
            </p:nvCxnSpPr>
            <p:spPr>
              <a:xfrm>
                <a:off x="4875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68" name="Google Shape;2768;p30"/>
              <p:cNvCxnSpPr/>
              <p:nvPr/>
            </p:nvCxnSpPr>
            <p:spPr>
              <a:xfrm>
                <a:off x="5018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69" name="Google Shape;2769;p30"/>
              <p:cNvCxnSpPr/>
              <p:nvPr/>
            </p:nvCxnSpPr>
            <p:spPr>
              <a:xfrm>
                <a:off x="5161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70" name="Google Shape;2770;p30"/>
              <p:cNvCxnSpPr/>
              <p:nvPr/>
            </p:nvCxnSpPr>
            <p:spPr>
              <a:xfrm>
                <a:off x="5304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71" name="Google Shape;2771;p30"/>
              <p:cNvCxnSpPr/>
              <p:nvPr/>
            </p:nvCxnSpPr>
            <p:spPr>
              <a:xfrm>
                <a:off x="5447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72" name="Google Shape;2772;p30"/>
              <p:cNvCxnSpPr/>
              <p:nvPr/>
            </p:nvCxnSpPr>
            <p:spPr>
              <a:xfrm>
                <a:off x="55899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73" name="Google Shape;2773;p30"/>
              <p:cNvCxnSpPr/>
              <p:nvPr/>
            </p:nvCxnSpPr>
            <p:spPr>
              <a:xfrm>
                <a:off x="57328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74" name="Google Shape;2774;p30"/>
              <p:cNvCxnSpPr/>
              <p:nvPr/>
            </p:nvCxnSpPr>
            <p:spPr>
              <a:xfrm>
                <a:off x="5875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75" name="Google Shape;2775;p30"/>
              <p:cNvCxnSpPr/>
              <p:nvPr/>
            </p:nvCxnSpPr>
            <p:spPr>
              <a:xfrm>
                <a:off x="6018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76" name="Google Shape;2776;p30"/>
              <p:cNvCxnSpPr/>
              <p:nvPr/>
            </p:nvCxnSpPr>
            <p:spPr>
              <a:xfrm>
                <a:off x="6161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77" name="Google Shape;2777;p30"/>
              <p:cNvCxnSpPr/>
              <p:nvPr/>
            </p:nvCxnSpPr>
            <p:spPr>
              <a:xfrm>
                <a:off x="6304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78" name="Google Shape;2778;p30"/>
              <p:cNvCxnSpPr/>
              <p:nvPr/>
            </p:nvCxnSpPr>
            <p:spPr>
              <a:xfrm>
                <a:off x="6447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79" name="Google Shape;2779;p30"/>
              <p:cNvCxnSpPr/>
              <p:nvPr/>
            </p:nvCxnSpPr>
            <p:spPr>
              <a:xfrm>
                <a:off x="6590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80" name="Google Shape;2780;p30"/>
              <p:cNvCxnSpPr/>
              <p:nvPr/>
            </p:nvCxnSpPr>
            <p:spPr>
              <a:xfrm>
                <a:off x="67329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81" name="Google Shape;2781;p30"/>
              <p:cNvCxnSpPr/>
              <p:nvPr/>
            </p:nvCxnSpPr>
            <p:spPr>
              <a:xfrm>
                <a:off x="68758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82" name="Google Shape;2782;p30"/>
              <p:cNvCxnSpPr/>
              <p:nvPr/>
            </p:nvCxnSpPr>
            <p:spPr>
              <a:xfrm>
                <a:off x="7018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83" name="Google Shape;2783;p30"/>
              <p:cNvCxnSpPr/>
              <p:nvPr/>
            </p:nvCxnSpPr>
            <p:spPr>
              <a:xfrm>
                <a:off x="7161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84" name="Google Shape;2784;p30"/>
              <p:cNvCxnSpPr/>
              <p:nvPr/>
            </p:nvCxnSpPr>
            <p:spPr>
              <a:xfrm>
                <a:off x="7304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85" name="Google Shape;2785;p30"/>
              <p:cNvCxnSpPr/>
              <p:nvPr/>
            </p:nvCxnSpPr>
            <p:spPr>
              <a:xfrm>
                <a:off x="7447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86" name="Google Shape;2786;p30"/>
              <p:cNvCxnSpPr/>
              <p:nvPr/>
            </p:nvCxnSpPr>
            <p:spPr>
              <a:xfrm>
                <a:off x="7590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87" name="Google Shape;2787;p30"/>
              <p:cNvCxnSpPr/>
              <p:nvPr/>
            </p:nvCxnSpPr>
            <p:spPr>
              <a:xfrm>
                <a:off x="7733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88" name="Google Shape;2788;p30"/>
              <p:cNvCxnSpPr/>
              <p:nvPr/>
            </p:nvCxnSpPr>
            <p:spPr>
              <a:xfrm>
                <a:off x="78759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89" name="Google Shape;2789;p30"/>
              <p:cNvCxnSpPr/>
              <p:nvPr/>
            </p:nvCxnSpPr>
            <p:spPr>
              <a:xfrm>
                <a:off x="80188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90" name="Google Shape;2790;p30"/>
              <p:cNvCxnSpPr/>
              <p:nvPr/>
            </p:nvCxnSpPr>
            <p:spPr>
              <a:xfrm>
                <a:off x="8161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91" name="Google Shape;2791;p30"/>
              <p:cNvCxnSpPr/>
              <p:nvPr/>
            </p:nvCxnSpPr>
            <p:spPr>
              <a:xfrm>
                <a:off x="8304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92" name="Google Shape;2792;p30"/>
              <p:cNvCxnSpPr/>
              <p:nvPr/>
            </p:nvCxnSpPr>
            <p:spPr>
              <a:xfrm>
                <a:off x="8447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93" name="Google Shape;2793;p30"/>
              <p:cNvCxnSpPr/>
              <p:nvPr/>
            </p:nvCxnSpPr>
            <p:spPr>
              <a:xfrm>
                <a:off x="8590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94" name="Google Shape;2794;p30"/>
              <p:cNvCxnSpPr/>
              <p:nvPr/>
            </p:nvCxnSpPr>
            <p:spPr>
              <a:xfrm>
                <a:off x="8733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95" name="Google Shape;2795;p30"/>
              <p:cNvCxnSpPr/>
              <p:nvPr/>
            </p:nvCxnSpPr>
            <p:spPr>
              <a:xfrm>
                <a:off x="8876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2796" name="Google Shape;2796;p30"/>
              <p:cNvCxnSpPr/>
              <p:nvPr/>
            </p:nvCxnSpPr>
            <p:spPr>
              <a:xfrm>
                <a:off x="9018975" y="-75925"/>
                <a:ext cx="0" cy="5272200"/>
              </a:xfrm>
              <a:prstGeom prst="straightConnector1">
                <a:avLst/>
              </a:prstGeom>
              <a:noFill/>
              <a:ln w="9525" cap="flat" cmpd="sng">
                <a:solidFill>
                  <a:schemeClr val="lt1"/>
                </a:solidFill>
                <a:prstDash val="solid"/>
                <a:round/>
                <a:headEnd type="none" w="med" len="med"/>
                <a:tailEnd type="none" w="med" len="med"/>
              </a:ln>
            </p:spPr>
          </p:cxnSp>
        </p:grpSp>
        <p:grpSp>
          <p:nvGrpSpPr>
            <p:cNvPr id="2797" name="Google Shape;2797;p30"/>
            <p:cNvGrpSpPr/>
            <p:nvPr/>
          </p:nvGrpSpPr>
          <p:grpSpPr>
            <a:xfrm>
              <a:off x="-42900" y="133350"/>
              <a:ext cx="9229800" cy="4876800"/>
              <a:chOff x="-44050" y="143150"/>
              <a:chExt cx="9229800" cy="4876800"/>
            </a:xfrm>
          </p:grpSpPr>
          <p:cxnSp>
            <p:nvCxnSpPr>
              <p:cNvPr id="2798" name="Google Shape;2798;p30"/>
              <p:cNvCxnSpPr/>
              <p:nvPr/>
            </p:nvCxnSpPr>
            <p:spPr>
              <a:xfrm>
                <a:off x="-44050" y="1431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2799" name="Google Shape;2799;p30"/>
              <p:cNvCxnSpPr/>
              <p:nvPr/>
            </p:nvCxnSpPr>
            <p:spPr>
              <a:xfrm>
                <a:off x="-44050" y="2955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2800" name="Google Shape;2800;p30"/>
              <p:cNvCxnSpPr/>
              <p:nvPr/>
            </p:nvCxnSpPr>
            <p:spPr>
              <a:xfrm>
                <a:off x="-44050" y="4479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2801" name="Google Shape;2801;p30"/>
              <p:cNvCxnSpPr/>
              <p:nvPr/>
            </p:nvCxnSpPr>
            <p:spPr>
              <a:xfrm>
                <a:off x="-44050" y="6003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2802" name="Google Shape;2802;p30"/>
              <p:cNvCxnSpPr/>
              <p:nvPr/>
            </p:nvCxnSpPr>
            <p:spPr>
              <a:xfrm>
                <a:off x="-44050" y="7527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2803" name="Google Shape;2803;p30"/>
              <p:cNvCxnSpPr/>
              <p:nvPr/>
            </p:nvCxnSpPr>
            <p:spPr>
              <a:xfrm>
                <a:off x="-44050" y="9051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2804" name="Google Shape;2804;p30"/>
              <p:cNvCxnSpPr/>
              <p:nvPr/>
            </p:nvCxnSpPr>
            <p:spPr>
              <a:xfrm>
                <a:off x="-44050" y="10575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2805" name="Google Shape;2805;p30"/>
              <p:cNvCxnSpPr/>
              <p:nvPr/>
            </p:nvCxnSpPr>
            <p:spPr>
              <a:xfrm>
                <a:off x="-44050" y="12099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2806" name="Google Shape;2806;p30"/>
              <p:cNvCxnSpPr/>
              <p:nvPr/>
            </p:nvCxnSpPr>
            <p:spPr>
              <a:xfrm>
                <a:off x="-44050" y="13623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2807" name="Google Shape;2807;p30"/>
              <p:cNvCxnSpPr/>
              <p:nvPr/>
            </p:nvCxnSpPr>
            <p:spPr>
              <a:xfrm>
                <a:off x="-44050" y="15147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2808" name="Google Shape;2808;p30"/>
              <p:cNvCxnSpPr/>
              <p:nvPr/>
            </p:nvCxnSpPr>
            <p:spPr>
              <a:xfrm>
                <a:off x="-44050" y="16671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2809" name="Google Shape;2809;p30"/>
              <p:cNvCxnSpPr/>
              <p:nvPr/>
            </p:nvCxnSpPr>
            <p:spPr>
              <a:xfrm>
                <a:off x="-44050" y="18195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2810" name="Google Shape;2810;p30"/>
              <p:cNvCxnSpPr/>
              <p:nvPr/>
            </p:nvCxnSpPr>
            <p:spPr>
              <a:xfrm>
                <a:off x="-44050" y="19719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2811" name="Google Shape;2811;p30"/>
              <p:cNvCxnSpPr/>
              <p:nvPr/>
            </p:nvCxnSpPr>
            <p:spPr>
              <a:xfrm>
                <a:off x="-44050" y="21243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2812" name="Google Shape;2812;p30"/>
              <p:cNvCxnSpPr/>
              <p:nvPr/>
            </p:nvCxnSpPr>
            <p:spPr>
              <a:xfrm>
                <a:off x="-44050" y="22767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2813" name="Google Shape;2813;p30"/>
              <p:cNvCxnSpPr/>
              <p:nvPr/>
            </p:nvCxnSpPr>
            <p:spPr>
              <a:xfrm>
                <a:off x="-44050" y="24291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2814" name="Google Shape;2814;p30"/>
              <p:cNvCxnSpPr/>
              <p:nvPr/>
            </p:nvCxnSpPr>
            <p:spPr>
              <a:xfrm>
                <a:off x="-44050" y="25815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2815" name="Google Shape;2815;p30"/>
              <p:cNvCxnSpPr/>
              <p:nvPr/>
            </p:nvCxnSpPr>
            <p:spPr>
              <a:xfrm>
                <a:off x="-44050" y="27339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2816" name="Google Shape;2816;p30"/>
              <p:cNvCxnSpPr/>
              <p:nvPr/>
            </p:nvCxnSpPr>
            <p:spPr>
              <a:xfrm>
                <a:off x="-44050" y="28863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2817" name="Google Shape;2817;p30"/>
              <p:cNvCxnSpPr/>
              <p:nvPr/>
            </p:nvCxnSpPr>
            <p:spPr>
              <a:xfrm>
                <a:off x="-44050" y="30387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2818" name="Google Shape;2818;p30"/>
              <p:cNvCxnSpPr/>
              <p:nvPr/>
            </p:nvCxnSpPr>
            <p:spPr>
              <a:xfrm>
                <a:off x="-44050" y="31911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2819" name="Google Shape;2819;p30"/>
              <p:cNvCxnSpPr/>
              <p:nvPr/>
            </p:nvCxnSpPr>
            <p:spPr>
              <a:xfrm>
                <a:off x="-44050" y="33435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2820" name="Google Shape;2820;p30"/>
              <p:cNvCxnSpPr/>
              <p:nvPr/>
            </p:nvCxnSpPr>
            <p:spPr>
              <a:xfrm>
                <a:off x="-44050" y="34959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2821" name="Google Shape;2821;p30"/>
              <p:cNvCxnSpPr/>
              <p:nvPr/>
            </p:nvCxnSpPr>
            <p:spPr>
              <a:xfrm>
                <a:off x="-44050" y="36483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2822" name="Google Shape;2822;p30"/>
              <p:cNvCxnSpPr/>
              <p:nvPr/>
            </p:nvCxnSpPr>
            <p:spPr>
              <a:xfrm>
                <a:off x="-44050" y="38007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2823" name="Google Shape;2823;p30"/>
              <p:cNvCxnSpPr/>
              <p:nvPr/>
            </p:nvCxnSpPr>
            <p:spPr>
              <a:xfrm>
                <a:off x="-44050" y="39531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2824" name="Google Shape;2824;p30"/>
              <p:cNvCxnSpPr/>
              <p:nvPr/>
            </p:nvCxnSpPr>
            <p:spPr>
              <a:xfrm>
                <a:off x="-44050" y="41055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2825" name="Google Shape;2825;p30"/>
              <p:cNvCxnSpPr/>
              <p:nvPr/>
            </p:nvCxnSpPr>
            <p:spPr>
              <a:xfrm>
                <a:off x="-44050" y="42579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2826" name="Google Shape;2826;p30"/>
              <p:cNvCxnSpPr/>
              <p:nvPr/>
            </p:nvCxnSpPr>
            <p:spPr>
              <a:xfrm>
                <a:off x="-44050" y="44103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2827" name="Google Shape;2827;p30"/>
              <p:cNvCxnSpPr/>
              <p:nvPr/>
            </p:nvCxnSpPr>
            <p:spPr>
              <a:xfrm>
                <a:off x="-44050" y="45627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2828" name="Google Shape;2828;p30"/>
              <p:cNvCxnSpPr/>
              <p:nvPr/>
            </p:nvCxnSpPr>
            <p:spPr>
              <a:xfrm>
                <a:off x="-44050" y="47151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2829" name="Google Shape;2829;p30"/>
              <p:cNvCxnSpPr/>
              <p:nvPr/>
            </p:nvCxnSpPr>
            <p:spPr>
              <a:xfrm>
                <a:off x="-44050" y="48675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2830" name="Google Shape;2830;p30"/>
              <p:cNvCxnSpPr/>
              <p:nvPr/>
            </p:nvCxnSpPr>
            <p:spPr>
              <a:xfrm>
                <a:off x="-44050" y="5019950"/>
                <a:ext cx="9229800" cy="0"/>
              </a:xfrm>
              <a:prstGeom prst="straightConnector1">
                <a:avLst/>
              </a:prstGeom>
              <a:noFill/>
              <a:ln w="9525" cap="flat" cmpd="sng">
                <a:solidFill>
                  <a:schemeClr val="lt1"/>
                </a:solidFill>
                <a:prstDash val="solid"/>
                <a:round/>
                <a:headEnd type="none" w="med" len="med"/>
                <a:tailEnd type="none" w="med" len="med"/>
              </a:ln>
            </p:spPr>
          </p:cxnSp>
        </p:grpSp>
      </p:grpSp>
      <p:pic>
        <p:nvPicPr>
          <p:cNvPr id="2831" name="Google Shape;2831;p30"/>
          <p:cNvPicPr preferRelativeResize="0"/>
          <p:nvPr/>
        </p:nvPicPr>
        <p:blipFill>
          <a:blip r:embed="rId2">
            <a:alphaModFix/>
          </a:blip>
          <a:stretch>
            <a:fillRect/>
          </a:stretch>
        </p:blipFill>
        <p:spPr>
          <a:xfrm rot="-690840">
            <a:off x="-737433" y="532096"/>
            <a:ext cx="4110448" cy="975360"/>
          </a:xfrm>
          <a:prstGeom prst="rect">
            <a:avLst/>
          </a:prstGeom>
          <a:noFill/>
          <a:ln>
            <a:noFill/>
          </a:ln>
        </p:spPr>
      </p:pic>
    </p:spTree>
    <p:extLst>
      <p:ext uri="{BB962C8B-B14F-4D97-AF65-F5344CB8AC3E}">
        <p14:creationId xmlns:p14="http://schemas.microsoft.com/office/powerpoint/2010/main" val="5360938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Section header 2">
  <p:cSld name="Section header 2">
    <p:spTree>
      <p:nvGrpSpPr>
        <p:cNvPr id="1" name="Shape 1138"/>
        <p:cNvGrpSpPr/>
        <p:nvPr/>
      </p:nvGrpSpPr>
      <p:grpSpPr>
        <a:xfrm>
          <a:off x="0" y="0"/>
          <a:ext cx="0" cy="0"/>
          <a:chOff x="0" y="0"/>
          <a:chExt cx="0" cy="0"/>
        </a:xfrm>
      </p:grpSpPr>
      <p:grpSp>
        <p:nvGrpSpPr>
          <p:cNvPr id="1139" name="Google Shape;1139;p15"/>
          <p:cNvGrpSpPr/>
          <p:nvPr/>
        </p:nvGrpSpPr>
        <p:grpSpPr>
          <a:xfrm>
            <a:off x="-57200" y="-85800"/>
            <a:ext cx="12306400" cy="7029600"/>
            <a:chOff x="-42900" y="-64350"/>
            <a:chExt cx="9229800" cy="5272200"/>
          </a:xfrm>
        </p:grpSpPr>
        <p:grpSp>
          <p:nvGrpSpPr>
            <p:cNvPr id="1140" name="Google Shape;1140;p15"/>
            <p:cNvGrpSpPr/>
            <p:nvPr/>
          </p:nvGrpSpPr>
          <p:grpSpPr>
            <a:xfrm>
              <a:off x="142875" y="-64350"/>
              <a:ext cx="8858250" cy="5272200"/>
              <a:chOff x="160725" y="-75925"/>
              <a:chExt cx="8858250" cy="5272200"/>
            </a:xfrm>
          </p:grpSpPr>
          <p:cxnSp>
            <p:nvCxnSpPr>
              <p:cNvPr id="1141" name="Google Shape;1141;p15"/>
              <p:cNvCxnSpPr/>
              <p:nvPr/>
            </p:nvCxnSpPr>
            <p:spPr>
              <a:xfrm>
                <a:off x="160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42" name="Google Shape;1142;p15"/>
              <p:cNvCxnSpPr/>
              <p:nvPr/>
            </p:nvCxnSpPr>
            <p:spPr>
              <a:xfrm>
                <a:off x="303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43" name="Google Shape;1143;p15"/>
              <p:cNvCxnSpPr/>
              <p:nvPr/>
            </p:nvCxnSpPr>
            <p:spPr>
              <a:xfrm>
                <a:off x="446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44" name="Google Shape;1144;p15"/>
              <p:cNvCxnSpPr/>
              <p:nvPr/>
            </p:nvCxnSpPr>
            <p:spPr>
              <a:xfrm>
                <a:off x="589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45" name="Google Shape;1145;p15"/>
              <p:cNvCxnSpPr/>
              <p:nvPr/>
            </p:nvCxnSpPr>
            <p:spPr>
              <a:xfrm>
                <a:off x="732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46" name="Google Shape;1146;p15"/>
              <p:cNvCxnSpPr/>
              <p:nvPr/>
            </p:nvCxnSpPr>
            <p:spPr>
              <a:xfrm>
                <a:off x="875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47" name="Google Shape;1147;p15"/>
              <p:cNvCxnSpPr/>
              <p:nvPr/>
            </p:nvCxnSpPr>
            <p:spPr>
              <a:xfrm>
                <a:off x="10179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48" name="Google Shape;1148;p15"/>
              <p:cNvCxnSpPr/>
              <p:nvPr/>
            </p:nvCxnSpPr>
            <p:spPr>
              <a:xfrm>
                <a:off x="11608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49" name="Google Shape;1149;p15"/>
              <p:cNvCxnSpPr/>
              <p:nvPr/>
            </p:nvCxnSpPr>
            <p:spPr>
              <a:xfrm>
                <a:off x="1303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50" name="Google Shape;1150;p15"/>
              <p:cNvCxnSpPr/>
              <p:nvPr/>
            </p:nvCxnSpPr>
            <p:spPr>
              <a:xfrm>
                <a:off x="1446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51" name="Google Shape;1151;p15"/>
              <p:cNvCxnSpPr/>
              <p:nvPr/>
            </p:nvCxnSpPr>
            <p:spPr>
              <a:xfrm>
                <a:off x="1589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52" name="Google Shape;1152;p15"/>
              <p:cNvCxnSpPr/>
              <p:nvPr/>
            </p:nvCxnSpPr>
            <p:spPr>
              <a:xfrm>
                <a:off x="1732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53" name="Google Shape;1153;p15"/>
              <p:cNvCxnSpPr/>
              <p:nvPr/>
            </p:nvCxnSpPr>
            <p:spPr>
              <a:xfrm>
                <a:off x="1875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54" name="Google Shape;1154;p15"/>
              <p:cNvCxnSpPr/>
              <p:nvPr/>
            </p:nvCxnSpPr>
            <p:spPr>
              <a:xfrm>
                <a:off x="2018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55" name="Google Shape;1155;p15"/>
              <p:cNvCxnSpPr/>
              <p:nvPr/>
            </p:nvCxnSpPr>
            <p:spPr>
              <a:xfrm>
                <a:off x="21609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56" name="Google Shape;1156;p15"/>
              <p:cNvCxnSpPr/>
              <p:nvPr/>
            </p:nvCxnSpPr>
            <p:spPr>
              <a:xfrm>
                <a:off x="23038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57" name="Google Shape;1157;p15"/>
              <p:cNvCxnSpPr/>
              <p:nvPr/>
            </p:nvCxnSpPr>
            <p:spPr>
              <a:xfrm>
                <a:off x="2446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58" name="Google Shape;1158;p15"/>
              <p:cNvCxnSpPr/>
              <p:nvPr/>
            </p:nvCxnSpPr>
            <p:spPr>
              <a:xfrm>
                <a:off x="2589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59" name="Google Shape;1159;p15"/>
              <p:cNvCxnSpPr/>
              <p:nvPr/>
            </p:nvCxnSpPr>
            <p:spPr>
              <a:xfrm>
                <a:off x="2732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60" name="Google Shape;1160;p15"/>
              <p:cNvCxnSpPr/>
              <p:nvPr/>
            </p:nvCxnSpPr>
            <p:spPr>
              <a:xfrm>
                <a:off x="2875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61" name="Google Shape;1161;p15"/>
              <p:cNvCxnSpPr/>
              <p:nvPr/>
            </p:nvCxnSpPr>
            <p:spPr>
              <a:xfrm>
                <a:off x="3018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62" name="Google Shape;1162;p15"/>
              <p:cNvCxnSpPr/>
              <p:nvPr/>
            </p:nvCxnSpPr>
            <p:spPr>
              <a:xfrm>
                <a:off x="3161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63" name="Google Shape;1163;p15"/>
              <p:cNvCxnSpPr/>
              <p:nvPr/>
            </p:nvCxnSpPr>
            <p:spPr>
              <a:xfrm>
                <a:off x="33039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64" name="Google Shape;1164;p15"/>
              <p:cNvCxnSpPr/>
              <p:nvPr/>
            </p:nvCxnSpPr>
            <p:spPr>
              <a:xfrm>
                <a:off x="34468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65" name="Google Shape;1165;p15"/>
              <p:cNvCxnSpPr/>
              <p:nvPr/>
            </p:nvCxnSpPr>
            <p:spPr>
              <a:xfrm>
                <a:off x="3589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66" name="Google Shape;1166;p15"/>
              <p:cNvCxnSpPr/>
              <p:nvPr/>
            </p:nvCxnSpPr>
            <p:spPr>
              <a:xfrm>
                <a:off x="3732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67" name="Google Shape;1167;p15"/>
              <p:cNvCxnSpPr/>
              <p:nvPr/>
            </p:nvCxnSpPr>
            <p:spPr>
              <a:xfrm>
                <a:off x="3875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68" name="Google Shape;1168;p15"/>
              <p:cNvCxnSpPr/>
              <p:nvPr/>
            </p:nvCxnSpPr>
            <p:spPr>
              <a:xfrm>
                <a:off x="4018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69" name="Google Shape;1169;p15"/>
              <p:cNvCxnSpPr/>
              <p:nvPr/>
            </p:nvCxnSpPr>
            <p:spPr>
              <a:xfrm>
                <a:off x="4161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70" name="Google Shape;1170;p15"/>
              <p:cNvCxnSpPr/>
              <p:nvPr/>
            </p:nvCxnSpPr>
            <p:spPr>
              <a:xfrm>
                <a:off x="4304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71" name="Google Shape;1171;p15"/>
              <p:cNvCxnSpPr/>
              <p:nvPr/>
            </p:nvCxnSpPr>
            <p:spPr>
              <a:xfrm>
                <a:off x="44469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72" name="Google Shape;1172;p15"/>
              <p:cNvCxnSpPr/>
              <p:nvPr/>
            </p:nvCxnSpPr>
            <p:spPr>
              <a:xfrm>
                <a:off x="45898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73" name="Google Shape;1173;p15"/>
              <p:cNvCxnSpPr/>
              <p:nvPr/>
            </p:nvCxnSpPr>
            <p:spPr>
              <a:xfrm>
                <a:off x="4732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74" name="Google Shape;1174;p15"/>
              <p:cNvCxnSpPr/>
              <p:nvPr/>
            </p:nvCxnSpPr>
            <p:spPr>
              <a:xfrm>
                <a:off x="4875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75" name="Google Shape;1175;p15"/>
              <p:cNvCxnSpPr/>
              <p:nvPr/>
            </p:nvCxnSpPr>
            <p:spPr>
              <a:xfrm>
                <a:off x="5018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76" name="Google Shape;1176;p15"/>
              <p:cNvCxnSpPr/>
              <p:nvPr/>
            </p:nvCxnSpPr>
            <p:spPr>
              <a:xfrm>
                <a:off x="5161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77" name="Google Shape;1177;p15"/>
              <p:cNvCxnSpPr/>
              <p:nvPr/>
            </p:nvCxnSpPr>
            <p:spPr>
              <a:xfrm>
                <a:off x="5304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78" name="Google Shape;1178;p15"/>
              <p:cNvCxnSpPr/>
              <p:nvPr/>
            </p:nvCxnSpPr>
            <p:spPr>
              <a:xfrm>
                <a:off x="5447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79" name="Google Shape;1179;p15"/>
              <p:cNvCxnSpPr/>
              <p:nvPr/>
            </p:nvCxnSpPr>
            <p:spPr>
              <a:xfrm>
                <a:off x="55899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80" name="Google Shape;1180;p15"/>
              <p:cNvCxnSpPr/>
              <p:nvPr/>
            </p:nvCxnSpPr>
            <p:spPr>
              <a:xfrm>
                <a:off x="57328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81" name="Google Shape;1181;p15"/>
              <p:cNvCxnSpPr/>
              <p:nvPr/>
            </p:nvCxnSpPr>
            <p:spPr>
              <a:xfrm>
                <a:off x="5875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82" name="Google Shape;1182;p15"/>
              <p:cNvCxnSpPr/>
              <p:nvPr/>
            </p:nvCxnSpPr>
            <p:spPr>
              <a:xfrm>
                <a:off x="6018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83" name="Google Shape;1183;p15"/>
              <p:cNvCxnSpPr/>
              <p:nvPr/>
            </p:nvCxnSpPr>
            <p:spPr>
              <a:xfrm>
                <a:off x="6161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84" name="Google Shape;1184;p15"/>
              <p:cNvCxnSpPr/>
              <p:nvPr/>
            </p:nvCxnSpPr>
            <p:spPr>
              <a:xfrm>
                <a:off x="6304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85" name="Google Shape;1185;p15"/>
              <p:cNvCxnSpPr/>
              <p:nvPr/>
            </p:nvCxnSpPr>
            <p:spPr>
              <a:xfrm>
                <a:off x="6447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86" name="Google Shape;1186;p15"/>
              <p:cNvCxnSpPr/>
              <p:nvPr/>
            </p:nvCxnSpPr>
            <p:spPr>
              <a:xfrm>
                <a:off x="6590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87" name="Google Shape;1187;p15"/>
              <p:cNvCxnSpPr/>
              <p:nvPr/>
            </p:nvCxnSpPr>
            <p:spPr>
              <a:xfrm>
                <a:off x="67329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88" name="Google Shape;1188;p15"/>
              <p:cNvCxnSpPr/>
              <p:nvPr/>
            </p:nvCxnSpPr>
            <p:spPr>
              <a:xfrm>
                <a:off x="68758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89" name="Google Shape;1189;p15"/>
              <p:cNvCxnSpPr/>
              <p:nvPr/>
            </p:nvCxnSpPr>
            <p:spPr>
              <a:xfrm>
                <a:off x="7018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90" name="Google Shape;1190;p15"/>
              <p:cNvCxnSpPr/>
              <p:nvPr/>
            </p:nvCxnSpPr>
            <p:spPr>
              <a:xfrm>
                <a:off x="7161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91" name="Google Shape;1191;p15"/>
              <p:cNvCxnSpPr/>
              <p:nvPr/>
            </p:nvCxnSpPr>
            <p:spPr>
              <a:xfrm>
                <a:off x="7304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92" name="Google Shape;1192;p15"/>
              <p:cNvCxnSpPr/>
              <p:nvPr/>
            </p:nvCxnSpPr>
            <p:spPr>
              <a:xfrm>
                <a:off x="7447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93" name="Google Shape;1193;p15"/>
              <p:cNvCxnSpPr/>
              <p:nvPr/>
            </p:nvCxnSpPr>
            <p:spPr>
              <a:xfrm>
                <a:off x="7590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94" name="Google Shape;1194;p15"/>
              <p:cNvCxnSpPr/>
              <p:nvPr/>
            </p:nvCxnSpPr>
            <p:spPr>
              <a:xfrm>
                <a:off x="7733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95" name="Google Shape;1195;p15"/>
              <p:cNvCxnSpPr/>
              <p:nvPr/>
            </p:nvCxnSpPr>
            <p:spPr>
              <a:xfrm>
                <a:off x="78759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96" name="Google Shape;1196;p15"/>
              <p:cNvCxnSpPr/>
              <p:nvPr/>
            </p:nvCxnSpPr>
            <p:spPr>
              <a:xfrm>
                <a:off x="80188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97" name="Google Shape;1197;p15"/>
              <p:cNvCxnSpPr/>
              <p:nvPr/>
            </p:nvCxnSpPr>
            <p:spPr>
              <a:xfrm>
                <a:off x="81617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98" name="Google Shape;1198;p15"/>
              <p:cNvCxnSpPr/>
              <p:nvPr/>
            </p:nvCxnSpPr>
            <p:spPr>
              <a:xfrm>
                <a:off x="83046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199" name="Google Shape;1199;p15"/>
              <p:cNvCxnSpPr/>
              <p:nvPr/>
            </p:nvCxnSpPr>
            <p:spPr>
              <a:xfrm>
                <a:off x="844747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00" name="Google Shape;1200;p15"/>
              <p:cNvCxnSpPr/>
              <p:nvPr/>
            </p:nvCxnSpPr>
            <p:spPr>
              <a:xfrm>
                <a:off x="859035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01" name="Google Shape;1201;p15"/>
              <p:cNvCxnSpPr/>
              <p:nvPr/>
            </p:nvCxnSpPr>
            <p:spPr>
              <a:xfrm>
                <a:off x="8733225"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02" name="Google Shape;1202;p15"/>
              <p:cNvCxnSpPr/>
              <p:nvPr/>
            </p:nvCxnSpPr>
            <p:spPr>
              <a:xfrm>
                <a:off x="8876100" y="-75925"/>
                <a:ext cx="0" cy="5272200"/>
              </a:xfrm>
              <a:prstGeom prst="straightConnector1">
                <a:avLst/>
              </a:prstGeom>
              <a:noFill/>
              <a:ln w="9525" cap="flat" cmpd="sng">
                <a:solidFill>
                  <a:schemeClr val="lt1"/>
                </a:solidFill>
                <a:prstDash val="solid"/>
                <a:round/>
                <a:headEnd type="none" w="med" len="med"/>
                <a:tailEnd type="none" w="med" len="med"/>
              </a:ln>
            </p:spPr>
          </p:cxnSp>
          <p:cxnSp>
            <p:nvCxnSpPr>
              <p:cNvPr id="1203" name="Google Shape;1203;p15"/>
              <p:cNvCxnSpPr/>
              <p:nvPr/>
            </p:nvCxnSpPr>
            <p:spPr>
              <a:xfrm>
                <a:off x="9018975" y="-75925"/>
                <a:ext cx="0" cy="5272200"/>
              </a:xfrm>
              <a:prstGeom prst="straightConnector1">
                <a:avLst/>
              </a:prstGeom>
              <a:noFill/>
              <a:ln w="9525" cap="flat" cmpd="sng">
                <a:solidFill>
                  <a:schemeClr val="lt1"/>
                </a:solidFill>
                <a:prstDash val="solid"/>
                <a:round/>
                <a:headEnd type="none" w="med" len="med"/>
                <a:tailEnd type="none" w="med" len="med"/>
              </a:ln>
            </p:spPr>
          </p:cxnSp>
        </p:grpSp>
        <p:grpSp>
          <p:nvGrpSpPr>
            <p:cNvPr id="1204" name="Google Shape;1204;p15"/>
            <p:cNvGrpSpPr/>
            <p:nvPr/>
          </p:nvGrpSpPr>
          <p:grpSpPr>
            <a:xfrm>
              <a:off x="-42900" y="133350"/>
              <a:ext cx="9229800" cy="4876800"/>
              <a:chOff x="-44050" y="143150"/>
              <a:chExt cx="9229800" cy="4876800"/>
            </a:xfrm>
          </p:grpSpPr>
          <p:cxnSp>
            <p:nvCxnSpPr>
              <p:cNvPr id="1205" name="Google Shape;1205;p15"/>
              <p:cNvCxnSpPr/>
              <p:nvPr/>
            </p:nvCxnSpPr>
            <p:spPr>
              <a:xfrm>
                <a:off x="-44050" y="1431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206" name="Google Shape;1206;p15"/>
              <p:cNvCxnSpPr/>
              <p:nvPr/>
            </p:nvCxnSpPr>
            <p:spPr>
              <a:xfrm>
                <a:off x="-44050" y="2955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207" name="Google Shape;1207;p15"/>
              <p:cNvCxnSpPr/>
              <p:nvPr/>
            </p:nvCxnSpPr>
            <p:spPr>
              <a:xfrm>
                <a:off x="-44050" y="4479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208" name="Google Shape;1208;p15"/>
              <p:cNvCxnSpPr/>
              <p:nvPr/>
            </p:nvCxnSpPr>
            <p:spPr>
              <a:xfrm>
                <a:off x="-44050" y="6003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209" name="Google Shape;1209;p15"/>
              <p:cNvCxnSpPr/>
              <p:nvPr/>
            </p:nvCxnSpPr>
            <p:spPr>
              <a:xfrm>
                <a:off x="-44050" y="7527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210" name="Google Shape;1210;p15"/>
              <p:cNvCxnSpPr/>
              <p:nvPr/>
            </p:nvCxnSpPr>
            <p:spPr>
              <a:xfrm>
                <a:off x="-44050" y="9051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211" name="Google Shape;1211;p15"/>
              <p:cNvCxnSpPr/>
              <p:nvPr/>
            </p:nvCxnSpPr>
            <p:spPr>
              <a:xfrm>
                <a:off x="-44050" y="10575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212" name="Google Shape;1212;p15"/>
              <p:cNvCxnSpPr/>
              <p:nvPr/>
            </p:nvCxnSpPr>
            <p:spPr>
              <a:xfrm>
                <a:off x="-44050" y="12099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213" name="Google Shape;1213;p15"/>
              <p:cNvCxnSpPr/>
              <p:nvPr/>
            </p:nvCxnSpPr>
            <p:spPr>
              <a:xfrm>
                <a:off x="-44050" y="13623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214" name="Google Shape;1214;p15"/>
              <p:cNvCxnSpPr/>
              <p:nvPr/>
            </p:nvCxnSpPr>
            <p:spPr>
              <a:xfrm>
                <a:off x="-44050" y="15147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215" name="Google Shape;1215;p15"/>
              <p:cNvCxnSpPr/>
              <p:nvPr/>
            </p:nvCxnSpPr>
            <p:spPr>
              <a:xfrm>
                <a:off x="-44050" y="16671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216" name="Google Shape;1216;p15"/>
              <p:cNvCxnSpPr/>
              <p:nvPr/>
            </p:nvCxnSpPr>
            <p:spPr>
              <a:xfrm>
                <a:off x="-44050" y="18195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217" name="Google Shape;1217;p15"/>
              <p:cNvCxnSpPr/>
              <p:nvPr/>
            </p:nvCxnSpPr>
            <p:spPr>
              <a:xfrm>
                <a:off x="-44050" y="19719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218" name="Google Shape;1218;p15"/>
              <p:cNvCxnSpPr/>
              <p:nvPr/>
            </p:nvCxnSpPr>
            <p:spPr>
              <a:xfrm>
                <a:off x="-44050" y="21243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219" name="Google Shape;1219;p15"/>
              <p:cNvCxnSpPr/>
              <p:nvPr/>
            </p:nvCxnSpPr>
            <p:spPr>
              <a:xfrm>
                <a:off x="-44050" y="22767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220" name="Google Shape;1220;p15"/>
              <p:cNvCxnSpPr/>
              <p:nvPr/>
            </p:nvCxnSpPr>
            <p:spPr>
              <a:xfrm>
                <a:off x="-44050" y="24291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221" name="Google Shape;1221;p15"/>
              <p:cNvCxnSpPr/>
              <p:nvPr/>
            </p:nvCxnSpPr>
            <p:spPr>
              <a:xfrm>
                <a:off x="-44050" y="25815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222" name="Google Shape;1222;p15"/>
              <p:cNvCxnSpPr/>
              <p:nvPr/>
            </p:nvCxnSpPr>
            <p:spPr>
              <a:xfrm>
                <a:off x="-44050" y="27339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223" name="Google Shape;1223;p15"/>
              <p:cNvCxnSpPr/>
              <p:nvPr/>
            </p:nvCxnSpPr>
            <p:spPr>
              <a:xfrm>
                <a:off x="-44050" y="28863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224" name="Google Shape;1224;p15"/>
              <p:cNvCxnSpPr/>
              <p:nvPr/>
            </p:nvCxnSpPr>
            <p:spPr>
              <a:xfrm>
                <a:off x="-44050" y="30387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225" name="Google Shape;1225;p15"/>
              <p:cNvCxnSpPr/>
              <p:nvPr/>
            </p:nvCxnSpPr>
            <p:spPr>
              <a:xfrm>
                <a:off x="-44050" y="31911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226" name="Google Shape;1226;p15"/>
              <p:cNvCxnSpPr/>
              <p:nvPr/>
            </p:nvCxnSpPr>
            <p:spPr>
              <a:xfrm>
                <a:off x="-44050" y="33435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227" name="Google Shape;1227;p15"/>
              <p:cNvCxnSpPr/>
              <p:nvPr/>
            </p:nvCxnSpPr>
            <p:spPr>
              <a:xfrm>
                <a:off x="-44050" y="34959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228" name="Google Shape;1228;p15"/>
              <p:cNvCxnSpPr/>
              <p:nvPr/>
            </p:nvCxnSpPr>
            <p:spPr>
              <a:xfrm>
                <a:off x="-44050" y="36483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229" name="Google Shape;1229;p15"/>
              <p:cNvCxnSpPr/>
              <p:nvPr/>
            </p:nvCxnSpPr>
            <p:spPr>
              <a:xfrm>
                <a:off x="-44050" y="38007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230" name="Google Shape;1230;p15"/>
              <p:cNvCxnSpPr/>
              <p:nvPr/>
            </p:nvCxnSpPr>
            <p:spPr>
              <a:xfrm>
                <a:off x="-44050" y="39531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231" name="Google Shape;1231;p15"/>
              <p:cNvCxnSpPr/>
              <p:nvPr/>
            </p:nvCxnSpPr>
            <p:spPr>
              <a:xfrm>
                <a:off x="-44050" y="41055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232" name="Google Shape;1232;p15"/>
              <p:cNvCxnSpPr/>
              <p:nvPr/>
            </p:nvCxnSpPr>
            <p:spPr>
              <a:xfrm>
                <a:off x="-44050" y="42579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233" name="Google Shape;1233;p15"/>
              <p:cNvCxnSpPr/>
              <p:nvPr/>
            </p:nvCxnSpPr>
            <p:spPr>
              <a:xfrm>
                <a:off x="-44050" y="44103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234" name="Google Shape;1234;p15"/>
              <p:cNvCxnSpPr/>
              <p:nvPr/>
            </p:nvCxnSpPr>
            <p:spPr>
              <a:xfrm>
                <a:off x="-44050" y="45627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235" name="Google Shape;1235;p15"/>
              <p:cNvCxnSpPr/>
              <p:nvPr/>
            </p:nvCxnSpPr>
            <p:spPr>
              <a:xfrm>
                <a:off x="-44050" y="47151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236" name="Google Shape;1236;p15"/>
              <p:cNvCxnSpPr/>
              <p:nvPr/>
            </p:nvCxnSpPr>
            <p:spPr>
              <a:xfrm>
                <a:off x="-44050" y="4867550"/>
                <a:ext cx="9229800" cy="0"/>
              </a:xfrm>
              <a:prstGeom prst="straightConnector1">
                <a:avLst/>
              </a:prstGeom>
              <a:noFill/>
              <a:ln w="9525" cap="flat" cmpd="sng">
                <a:solidFill>
                  <a:schemeClr val="lt1"/>
                </a:solidFill>
                <a:prstDash val="solid"/>
                <a:round/>
                <a:headEnd type="none" w="med" len="med"/>
                <a:tailEnd type="none" w="med" len="med"/>
              </a:ln>
            </p:spPr>
          </p:cxnSp>
          <p:cxnSp>
            <p:nvCxnSpPr>
              <p:cNvPr id="1237" name="Google Shape;1237;p15"/>
              <p:cNvCxnSpPr/>
              <p:nvPr/>
            </p:nvCxnSpPr>
            <p:spPr>
              <a:xfrm>
                <a:off x="-44050" y="5019950"/>
                <a:ext cx="9229800" cy="0"/>
              </a:xfrm>
              <a:prstGeom prst="straightConnector1">
                <a:avLst/>
              </a:prstGeom>
              <a:noFill/>
              <a:ln w="9525" cap="flat" cmpd="sng">
                <a:solidFill>
                  <a:schemeClr val="lt1"/>
                </a:solidFill>
                <a:prstDash val="solid"/>
                <a:round/>
                <a:headEnd type="none" w="med" len="med"/>
                <a:tailEnd type="none" w="med" len="med"/>
              </a:ln>
            </p:spPr>
          </p:cxnSp>
        </p:grpSp>
      </p:grpSp>
      <p:sp>
        <p:nvSpPr>
          <p:cNvPr id="1238" name="Google Shape;1238;p15"/>
          <p:cNvSpPr txBox="1">
            <a:spLocks noGrp="1"/>
          </p:cNvSpPr>
          <p:nvPr>
            <p:ph type="title"/>
          </p:nvPr>
        </p:nvSpPr>
        <p:spPr>
          <a:xfrm>
            <a:off x="3038400" y="2906167"/>
            <a:ext cx="8193600" cy="12192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600"/>
              <a:buNone/>
              <a:defRPr sz="5333"/>
            </a:lvl1pPr>
            <a:lvl2pPr lvl="1" algn="r" rtl="0">
              <a:spcBef>
                <a:spcPts val="0"/>
              </a:spcBef>
              <a:spcAft>
                <a:spcPts val="0"/>
              </a:spcAft>
              <a:buSzPts val="3600"/>
              <a:buNone/>
              <a:defRPr sz="4800"/>
            </a:lvl2pPr>
            <a:lvl3pPr lvl="2" algn="r" rtl="0">
              <a:spcBef>
                <a:spcPts val="0"/>
              </a:spcBef>
              <a:spcAft>
                <a:spcPts val="0"/>
              </a:spcAft>
              <a:buSzPts val="3600"/>
              <a:buNone/>
              <a:defRPr sz="4800"/>
            </a:lvl3pPr>
            <a:lvl4pPr lvl="3" algn="r" rtl="0">
              <a:spcBef>
                <a:spcPts val="0"/>
              </a:spcBef>
              <a:spcAft>
                <a:spcPts val="0"/>
              </a:spcAft>
              <a:buSzPts val="3600"/>
              <a:buNone/>
              <a:defRPr sz="4800"/>
            </a:lvl4pPr>
            <a:lvl5pPr lvl="4" algn="r" rtl="0">
              <a:spcBef>
                <a:spcPts val="0"/>
              </a:spcBef>
              <a:spcAft>
                <a:spcPts val="0"/>
              </a:spcAft>
              <a:buSzPts val="3600"/>
              <a:buNone/>
              <a:defRPr sz="4800"/>
            </a:lvl5pPr>
            <a:lvl6pPr lvl="5" algn="r" rtl="0">
              <a:spcBef>
                <a:spcPts val="0"/>
              </a:spcBef>
              <a:spcAft>
                <a:spcPts val="0"/>
              </a:spcAft>
              <a:buSzPts val="3600"/>
              <a:buNone/>
              <a:defRPr sz="4800"/>
            </a:lvl6pPr>
            <a:lvl7pPr lvl="6" algn="r" rtl="0">
              <a:spcBef>
                <a:spcPts val="0"/>
              </a:spcBef>
              <a:spcAft>
                <a:spcPts val="0"/>
              </a:spcAft>
              <a:buSzPts val="3600"/>
              <a:buNone/>
              <a:defRPr sz="4800"/>
            </a:lvl7pPr>
            <a:lvl8pPr lvl="7" algn="r" rtl="0">
              <a:spcBef>
                <a:spcPts val="0"/>
              </a:spcBef>
              <a:spcAft>
                <a:spcPts val="0"/>
              </a:spcAft>
              <a:buSzPts val="3600"/>
              <a:buNone/>
              <a:defRPr sz="4800"/>
            </a:lvl8pPr>
            <a:lvl9pPr lvl="8" algn="r" rtl="0">
              <a:spcBef>
                <a:spcPts val="0"/>
              </a:spcBef>
              <a:spcAft>
                <a:spcPts val="0"/>
              </a:spcAft>
              <a:buSzPts val="3600"/>
              <a:buNone/>
              <a:defRPr sz="4800"/>
            </a:lvl9pPr>
          </a:lstStyle>
          <a:p>
            <a:endParaRPr/>
          </a:p>
        </p:txBody>
      </p:sp>
      <p:sp>
        <p:nvSpPr>
          <p:cNvPr id="1239" name="Google Shape;1239;p15"/>
          <p:cNvSpPr txBox="1">
            <a:spLocks noGrp="1"/>
          </p:cNvSpPr>
          <p:nvPr>
            <p:ph type="title" idx="2" hasCustomPrompt="1"/>
          </p:nvPr>
        </p:nvSpPr>
        <p:spPr>
          <a:xfrm>
            <a:off x="8793600" y="1123633"/>
            <a:ext cx="2438400" cy="1782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6000"/>
              <a:buNone/>
              <a:defRPr sz="12000">
                <a:solidFill>
                  <a:schemeClr val="lt2"/>
                </a:solidFill>
              </a:defRPr>
            </a:lvl1pPr>
            <a:lvl2pPr lvl="1" algn="r" rtl="0">
              <a:spcBef>
                <a:spcPts val="0"/>
              </a:spcBef>
              <a:spcAft>
                <a:spcPts val="0"/>
              </a:spcAft>
              <a:buSzPts val="6000"/>
              <a:buNone/>
              <a:defRPr sz="8000"/>
            </a:lvl2pPr>
            <a:lvl3pPr lvl="2" algn="r" rtl="0">
              <a:spcBef>
                <a:spcPts val="0"/>
              </a:spcBef>
              <a:spcAft>
                <a:spcPts val="0"/>
              </a:spcAft>
              <a:buSzPts val="6000"/>
              <a:buNone/>
              <a:defRPr sz="8000"/>
            </a:lvl3pPr>
            <a:lvl4pPr lvl="3" algn="r" rtl="0">
              <a:spcBef>
                <a:spcPts val="0"/>
              </a:spcBef>
              <a:spcAft>
                <a:spcPts val="0"/>
              </a:spcAft>
              <a:buSzPts val="6000"/>
              <a:buNone/>
              <a:defRPr sz="8000"/>
            </a:lvl4pPr>
            <a:lvl5pPr lvl="4" algn="r" rtl="0">
              <a:spcBef>
                <a:spcPts val="0"/>
              </a:spcBef>
              <a:spcAft>
                <a:spcPts val="0"/>
              </a:spcAft>
              <a:buSzPts val="6000"/>
              <a:buNone/>
              <a:defRPr sz="8000"/>
            </a:lvl5pPr>
            <a:lvl6pPr lvl="5" algn="r" rtl="0">
              <a:spcBef>
                <a:spcPts val="0"/>
              </a:spcBef>
              <a:spcAft>
                <a:spcPts val="0"/>
              </a:spcAft>
              <a:buSzPts val="6000"/>
              <a:buNone/>
              <a:defRPr sz="8000"/>
            </a:lvl6pPr>
            <a:lvl7pPr lvl="6" algn="r" rtl="0">
              <a:spcBef>
                <a:spcPts val="0"/>
              </a:spcBef>
              <a:spcAft>
                <a:spcPts val="0"/>
              </a:spcAft>
              <a:buSzPts val="6000"/>
              <a:buNone/>
              <a:defRPr sz="8000"/>
            </a:lvl7pPr>
            <a:lvl8pPr lvl="7" algn="r" rtl="0">
              <a:spcBef>
                <a:spcPts val="0"/>
              </a:spcBef>
              <a:spcAft>
                <a:spcPts val="0"/>
              </a:spcAft>
              <a:buSzPts val="6000"/>
              <a:buNone/>
              <a:defRPr sz="8000"/>
            </a:lvl8pPr>
            <a:lvl9pPr lvl="8" algn="r" rtl="0">
              <a:spcBef>
                <a:spcPts val="0"/>
              </a:spcBef>
              <a:spcAft>
                <a:spcPts val="0"/>
              </a:spcAft>
              <a:buSzPts val="6000"/>
              <a:buNone/>
              <a:defRPr sz="8000"/>
            </a:lvl9pPr>
          </a:lstStyle>
          <a:p>
            <a:r>
              <a:t>xx%</a:t>
            </a:r>
          </a:p>
        </p:txBody>
      </p:sp>
      <p:sp>
        <p:nvSpPr>
          <p:cNvPr id="1240" name="Google Shape;1240;p15"/>
          <p:cNvSpPr txBox="1">
            <a:spLocks noGrp="1"/>
          </p:cNvSpPr>
          <p:nvPr>
            <p:ph type="subTitle" idx="1"/>
          </p:nvPr>
        </p:nvSpPr>
        <p:spPr>
          <a:xfrm>
            <a:off x="5136000" y="4125367"/>
            <a:ext cx="6096000" cy="609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2133"/>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38533497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gGrid">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CCAF7D-A390-4E5C-DDAB-130E9078AC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13DE79A-3656-2AC0-148D-158C0744E0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A1F744D-D0DA-0774-8A53-7846011A2B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982810-5FDC-4978-AA5C-F1DBE247D1D1}" type="datetimeFigureOut">
              <a:rPr lang="en-IN" smtClean="0"/>
              <a:t>26-10-2026</a:t>
            </a:fld>
            <a:endParaRPr lang="en-IN"/>
          </a:p>
        </p:txBody>
      </p:sp>
      <p:sp>
        <p:nvSpPr>
          <p:cNvPr id="5" name="Footer Placeholder 4">
            <a:extLst>
              <a:ext uri="{FF2B5EF4-FFF2-40B4-BE49-F238E27FC236}">
                <a16:creationId xmlns:a16="http://schemas.microsoft.com/office/drawing/2014/main" id="{7406C866-BB67-4CE0-09B0-B34D726F7F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312F739-69BA-0EEA-AE1B-5AB96DB29F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0373D9-2A29-4E36-BA1E-587B6129BB3A}" type="slidenum">
              <a:rPr lang="en-IN" smtClean="0"/>
              <a:t>‹#›</a:t>
            </a:fld>
            <a:endParaRPr lang="en-IN"/>
          </a:p>
        </p:txBody>
      </p:sp>
    </p:spTree>
    <p:extLst>
      <p:ext uri="{BB962C8B-B14F-4D97-AF65-F5344CB8AC3E}">
        <p14:creationId xmlns:p14="http://schemas.microsoft.com/office/powerpoint/2010/main" val="36561945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3.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4.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5.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6.xml"/><Relationship Id="rId5" Type="http://schemas.openxmlformats.org/officeDocument/2006/relationships/image" Target="../media/image10.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8.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7.xml"/><Relationship Id="rId4" Type="http://schemas.openxmlformats.org/officeDocument/2006/relationships/image" Target="../media/image20.jp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2.png"/><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4.png"/><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5.png"/><Relationship Id="rId1" Type="http://schemas.openxmlformats.org/officeDocument/2006/relationships/slideLayout" Target="../slideLayouts/slideLayout17.xm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7.xml"/><Relationship Id="rId4" Type="http://schemas.openxmlformats.org/officeDocument/2006/relationships/image" Target="../media/image27.jpg"/></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7.xml"/><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7.xml"/><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2942"/>
        <p:cNvGrpSpPr/>
        <p:nvPr/>
      </p:nvGrpSpPr>
      <p:grpSpPr>
        <a:xfrm>
          <a:off x="0" y="0"/>
          <a:ext cx="0" cy="0"/>
          <a:chOff x="0" y="0"/>
          <a:chExt cx="0" cy="0"/>
        </a:xfrm>
      </p:grpSpPr>
      <p:sp>
        <p:nvSpPr>
          <p:cNvPr id="2943" name="Google Shape;2943;p35"/>
          <p:cNvSpPr txBox="1">
            <a:spLocks noGrp="1"/>
          </p:cNvSpPr>
          <p:nvPr>
            <p:ph type="ctrTitle"/>
          </p:nvPr>
        </p:nvSpPr>
        <p:spPr>
          <a:xfrm>
            <a:off x="1219200" y="2951604"/>
            <a:ext cx="9753600" cy="2316400"/>
          </a:xfrm>
          <a:prstGeom prst="rect">
            <a:avLst/>
          </a:prstGeom>
        </p:spPr>
        <p:txBody>
          <a:bodyPr spcFirstLastPara="1" vert="horz" wrap="square" lIns="121900" tIns="121900" rIns="121900" bIns="121900" rtlCol="0" anchor="b" anchorCtr="0">
            <a:noAutofit/>
          </a:bodyPr>
          <a:lstStyle/>
          <a:p>
            <a:pPr>
              <a:spcBef>
                <a:spcPts val="0"/>
              </a:spcBef>
            </a:pPr>
            <a:r>
              <a:rPr lang="en" b="1" dirty="0">
                <a:latin typeface="+mj-lt"/>
                <a:ea typeface="Epilogue SemiBold"/>
                <a:cs typeface="Epilogue SemiBold"/>
                <a:sym typeface="Epilogue SemiBold"/>
              </a:rPr>
              <a:t>A</a:t>
            </a:r>
            <a:r>
              <a:rPr lang="en" b="1" dirty="0">
                <a:latin typeface="+mj-lt"/>
              </a:rPr>
              <a:t>reas Of Bounded Regions</a:t>
            </a:r>
            <a:br>
              <a:rPr lang="en" b="1" dirty="0">
                <a:latin typeface="+mj-lt"/>
              </a:rPr>
            </a:br>
            <a:r>
              <a:rPr lang="en" b="1" dirty="0">
                <a:latin typeface="+mj-lt"/>
                <a:ea typeface="Epilogue SemiBold"/>
                <a:cs typeface="Epilogue SemiBold"/>
                <a:sym typeface="Epilogue SemiBold"/>
              </a:rPr>
              <a:t> - </a:t>
            </a:r>
            <a:r>
              <a:rPr lang="en-IN" b="1" dirty="0">
                <a:latin typeface="+mj-lt"/>
              </a:rPr>
              <a:t>Mathematics</a:t>
            </a:r>
            <a:r>
              <a:rPr lang="en" b="1" dirty="0">
                <a:latin typeface="+mj-lt"/>
                <a:ea typeface="Epilogue SemiBold"/>
                <a:cs typeface="Epilogue SemiBold"/>
                <a:sym typeface="Epilogue SemiBold"/>
              </a:rPr>
              <a:t> </a:t>
            </a:r>
            <a:r>
              <a:rPr lang="en" b="1" dirty="0">
                <a:latin typeface="+mj-lt"/>
              </a:rPr>
              <a:t>-</a:t>
            </a:r>
            <a:endParaRPr b="1" dirty="0">
              <a:latin typeface="+mj-lt"/>
              <a:ea typeface="Epilogue SemiBold"/>
              <a:cs typeface="Epilogue SemiBold"/>
              <a:sym typeface="Epilogue SemiBold"/>
            </a:endParaRPr>
          </a:p>
        </p:txBody>
      </p:sp>
      <p:sp>
        <p:nvSpPr>
          <p:cNvPr id="2944" name="Google Shape;2944;p35"/>
          <p:cNvSpPr txBox="1">
            <a:spLocks noGrp="1"/>
          </p:cNvSpPr>
          <p:nvPr>
            <p:ph type="subTitle" idx="1"/>
          </p:nvPr>
        </p:nvSpPr>
        <p:spPr>
          <a:xfrm>
            <a:off x="3189999" y="5495927"/>
            <a:ext cx="5812000" cy="546000"/>
          </a:xfrm>
          <a:prstGeom prst="rect">
            <a:avLst/>
          </a:prstGeom>
        </p:spPr>
        <p:txBody>
          <a:bodyPr spcFirstLastPara="1" vert="horz" wrap="square" lIns="121900" tIns="121900" rIns="121900" bIns="121900" rtlCol="0" anchor="t" anchorCtr="0">
            <a:noAutofit/>
          </a:bodyPr>
          <a:lstStyle/>
          <a:p>
            <a:pPr>
              <a:spcBef>
                <a:spcPts val="0"/>
              </a:spcBef>
            </a:pPr>
            <a:r>
              <a:rPr lang="en" dirty="0">
                <a:latin typeface="+mj-lt"/>
              </a:rPr>
              <a:t>By- Dr. N.K Verma</a:t>
            </a:r>
            <a:endParaRPr dirty="0">
              <a:solidFill>
                <a:schemeClr val="dk1"/>
              </a:solidFill>
              <a:latin typeface="+mj-lt"/>
            </a:endParaRPr>
          </a:p>
        </p:txBody>
      </p:sp>
      <p:pic>
        <p:nvPicPr>
          <p:cNvPr id="2945" name="Google Shape;2945;p35"/>
          <p:cNvPicPr preferRelativeResize="0"/>
          <p:nvPr/>
        </p:nvPicPr>
        <p:blipFill>
          <a:blip r:embed="rId3">
            <a:alphaModFix/>
          </a:blip>
          <a:stretch>
            <a:fillRect/>
          </a:stretch>
        </p:blipFill>
        <p:spPr>
          <a:xfrm rot="-690840">
            <a:off x="-737433" y="532096"/>
            <a:ext cx="4110448" cy="975360"/>
          </a:xfrm>
          <a:prstGeom prst="rect">
            <a:avLst/>
          </a:prstGeom>
          <a:noFill/>
          <a:ln>
            <a:noFill/>
          </a:ln>
        </p:spPr>
      </p:pic>
      <p:pic>
        <p:nvPicPr>
          <p:cNvPr id="2946" name="Google Shape;2946;p35"/>
          <p:cNvPicPr preferRelativeResize="0"/>
          <p:nvPr/>
        </p:nvPicPr>
        <p:blipFill>
          <a:blip r:embed="rId4">
            <a:alphaModFix/>
          </a:blip>
          <a:stretch>
            <a:fillRect/>
          </a:stretch>
        </p:blipFill>
        <p:spPr>
          <a:xfrm>
            <a:off x="532222" y="4864398"/>
            <a:ext cx="1340460" cy="1569236"/>
          </a:xfrm>
          <a:prstGeom prst="rect">
            <a:avLst/>
          </a:prstGeom>
          <a:noFill/>
          <a:ln>
            <a:noFill/>
          </a:ln>
        </p:spPr>
      </p:pic>
      <p:pic>
        <p:nvPicPr>
          <p:cNvPr id="2947" name="Google Shape;2947;p35"/>
          <p:cNvPicPr preferRelativeResize="0"/>
          <p:nvPr/>
        </p:nvPicPr>
        <p:blipFill>
          <a:blip r:embed="rId5">
            <a:alphaModFix/>
          </a:blip>
          <a:stretch>
            <a:fillRect/>
          </a:stretch>
        </p:blipFill>
        <p:spPr>
          <a:xfrm rot="394644">
            <a:off x="9712127" y="4488767"/>
            <a:ext cx="1896964" cy="2560320"/>
          </a:xfrm>
          <a:prstGeom prst="rect">
            <a:avLst/>
          </a:prstGeom>
          <a:noFill/>
          <a:ln>
            <a:noFill/>
          </a:ln>
        </p:spPr>
      </p:pic>
      <p:sp>
        <p:nvSpPr>
          <p:cNvPr id="2948" name="Google Shape;2948;p35"/>
          <p:cNvSpPr txBox="1"/>
          <p:nvPr/>
        </p:nvSpPr>
        <p:spPr>
          <a:xfrm>
            <a:off x="9281200" y="601867"/>
            <a:ext cx="1950800" cy="615513"/>
          </a:xfrm>
          <a:prstGeom prst="rect">
            <a:avLst/>
          </a:prstGeom>
          <a:noFill/>
          <a:ln>
            <a:noFill/>
          </a:ln>
        </p:spPr>
        <p:txBody>
          <a:bodyPr spcFirstLastPara="1" wrap="square" lIns="121900" tIns="121900" rIns="121900" bIns="121900" anchor="t" anchorCtr="0">
            <a:spAutoFit/>
          </a:bodyPr>
          <a:lstStyle/>
          <a:p>
            <a:pPr algn="ctr"/>
            <a:r>
              <a:rPr lang="en" sz="2400">
                <a:solidFill>
                  <a:schemeClr val="dk1"/>
                </a:solidFill>
                <a:latin typeface="+mj-lt"/>
                <a:ea typeface="Epilogue SemiBold"/>
                <a:cs typeface="Epilogue SemiBold"/>
                <a:sym typeface="Epilogue SemiBold"/>
              </a:rPr>
              <a:t>12</a:t>
            </a:r>
            <a:r>
              <a:rPr lang="en" sz="2400" baseline="30000">
                <a:solidFill>
                  <a:schemeClr val="dk1"/>
                </a:solidFill>
                <a:latin typeface="+mj-lt"/>
                <a:ea typeface="Epilogue SemiBold"/>
                <a:cs typeface="Epilogue SemiBold"/>
                <a:sym typeface="Epilogue SemiBold"/>
              </a:rPr>
              <a:t>th</a:t>
            </a:r>
            <a:r>
              <a:rPr lang="en" sz="2400">
                <a:solidFill>
                  <a:schemeClr val="dk1"/>
                </a:solidFill>
                <a:latin typeface="+mj-lt"/>
                <a:ea typeface="Epilogue SemiBold"/>
                <a:cs typeface="Epilogue SemiBold"/>
                <a:sym typeface="Epilogue SemiBold"/>
              </a:rPr>
              <a:t> grade</a:t>
            </a:r>
            <a:endParaRPr sz="2400">
              <a:latin typeface="+mj-lt"/>
              <a:ea typeface="Actor"/>
              <a:cs typeface="Actor"/>
              <a:sym typeface="Actor"/>
            </a:endParaRPr>
          </a:p>
        </p:txBody>
      </p:sp>
      <p:pic>
        <p:nvPicPr>
          <p:cNvPr id="2" name="Graphic 1" descr="D.A.V. College Managing Committee - Wikipedia">
            <a:extLst>
              <a:ext uri="{FF2B5EF4-FFF2-40B4-BE49-F238E27FC236}">
                <a16:creationId xmlns:a16="http://schemas.microsoft.com/office/drawing/2014/main" id="{D52382FB-91CF-4B0F-9B24-977798ADED9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860462" y="-24177"/>
            <a:ext cx="2091087" cy="1907880"/>
          </a:xfrm>
          <a:prstGeom prst="rect">
            <a:avLst/>
          </a:prstGeom>
        </p:spPr>
      </p:pic>
      <p:sp>
        <p:nvSpPr>
          <p:cNvPr id="3" name="TextBox 2">
            <a:extLst>
              <a:ext uri="{FF2B5EF4-FFF2-40B4-BE49-F238E27FC236}">
                <a16:creationId xmlns:a16="http://schemas.microsoft.com/office/drawing/2014/main" id="{396B04EA-33FE-E3CC-5E0E-9AD86443A3EE}"/>
              </a:ext>
            </a:extLst>
          </p:cNvPr>
          <p:cNvSpPr txBox="1"/>
          <p:nvPr/>
        </p:nvSpPr>
        <p:spPr>
          <a:xfrm>
            <a:off x="2430273" y="1978342"/>
            <a:ext cx="7331453" cy="523220"/>
          </a:xfrm>
          <a:prstGeom prst="rect">
            <a:avLst/>
          </a:prstGeom>
          <a:noFill/>
        </p:spPr>
        <p:txBody>
          <a:bodyPr wrap="square" rtlCol="0">
            <a:spAutoFit/>
          </a:bodyPr>
          <a:lstStyle/>
          <a:p>
            <a:pPr algn="ctr"/>
            <a:r>
              <a:rPr lang="en-IN" sz="2800" b="1" dirty="0">
                <a:latin typeface="Palatino Linotype" panose="02040502050505030304" pitchFamily="18" charset="0"/>
              </a:rPr>
              <a:t>DAV PUBLIC SCHOOLS BIHAR ZONE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948"/>
                                        </p:tgtEl>
                                        <p:attrNameLst>
                                          <p:attrName>style.visibility</p:attrName>
                                        </p:attrNameLst>
                                      </p:cBhvr>
                                      <p:to>
                                        <p:strVal val="visible"/>
                                      </p:to>
                                    </p:set>
                                    <p:animEffect transition="in" filter="fade">
                                      <p:cBhvr>
                                        <p:cTn id="17" dur="1000"/>
                                        <p:tgtEl>
                                          <p:spTgt spid="2948"/>
                                        </p:tgtEl>
                                      </p:cBhvr>
                                    </p:animEffect>
                                    <p:anim calcmode="lin" valueType="num">
                                      <p:cBhvr>
                                        <p:cTn id="18" dur="1000" fill="hold"/>
                                        <p:tgtEl>
                                          <p:spTgt spid="2948"/>
                                        </p:tgtEl>
                                        <p:attrNameLst>
                                          <p:attrName>ppt_x</p:attrName>
                                        </p:attrNameLst>
                                      </p:cBhvr>
                                      <p:tavLst>
                                        <p:tav tm="0">
                                          <p:val>
                                            <p:strVal val="#ppt_x"/>
                                          </p:val>
                                        </p:tav>
                                        <p:tav tm="100000">
                                          <p:val>
                                            <p:strVal val="#ppt_x"/>
                                          </p:val>
                                        </p:tav>
                                      </p:tavLst>
                                    </p:anim>
                                    <p:anim calcmode="lin" valueType="num">
                                      <p:cBhvr>
                                        <p:cTn id="19" dur="1000" fill="hold"/>
                                        <p:tgtEl>
                                          <p:spTgt spid="2948"/>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2943"/>
                                        </p:tgtEl>
                                        <p:attrNameLst>
                                          <p:attrName>style.visibility</p:attrName>
                                        </p:attrNameLst>
                                      </p:cBhvr>
                                      <p:to>
                                        <p:strVal val="visible"/>
                                      </p:to>
                                    </p:set>
                                    <p:animEffect transition="in" filter="fade">
                                      <p:cBhvr>
                                        <p:cTn id="24" dur="1000"/>
                                        <p:tgtEl>
                                          <p:spTgt spid="2943"/>
                                        </p:tgtEl>
                                      </p:cBhvr>
                                    </p:animEffect>
                                    <p:anim calcmode="lin" valueType="num">
                                      <p:cBhvr>
                                        <p:cTn id="25" dur="1000" fill="hold"/>
                                        <p:tgtEl>
                                          <p:spTgt spid="2943"/>
                                        </p:tgtEl>
                                        <p:attrNameLst>
                                          <p:attrName>ppt_x</p:attrName>
                                        </p:attrNameLst>
                                      </p:cBhvr>
                                      <p:tavLst>
                                        <p:tav tm="0">
                                          <p:val>
                                            <p:strVal val="#ppt_x"/>
                                          </p:val>
                                        </p:tav>
                                        <p:tav tm="100000">
                                          <p:val>
                                            <p:strVal val="#ppt_x"/>
                                          </p:val>
                                        </p:tav>
                                      </p:tavLst>
                                    </p:anim>
                                    <p:anim calcmode="lin" valueType="num">
                                      <p:cBhvr>
                                        <p:cTn id="26" dur="1000" fill="hold"/>
                                        <p:tgtEl>
                                          <p:spTgt spid="2943"/>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2944">
                                            <p:txEl>
                                              <p:pRg st="0" end="0"/>
                                            </p:txEl>
                                          </p:spTgt>
                                        </p:tgtEl>
                                        <p:attrNameLst>
                                          <p:attrName>style.visibility</p:attrName>
                                        </p:attrNameLst>
                                      </p:cBhvr>
                                      <p:to>
                                        <p:strVal val="visible"/>
                                      </p:to>
                                    </p:set>
                                    <p:animEffect transition="in" filter="fade">
                                      <p:cBhvr>
                                        <p:cTn id="29" dur="1000"/>
                                        <p:tgtEl>
                                          <p:spTgt spid="2944">
                                            <p:txEl>
                                              <p:pRg st="0" end="0"/>
                                            </p:txEl>
                                          </p:spTgt>
                                        </p:tgtEl>
                                      </p:cBhvr>
                                    </p:animEffect>
                                    <p:anim calcmode="lin" valueType="num">
                                      <p:cBhvr>
                                        <p:cTn id="30" dur="1000" fill="hold"/>
                                        <p:tgtEl>
                                          <p:spTgt spid="2944">
                                            <p:txEl>
                                              <p:pRg st="0" end="0"/>
                                            </p:txEl>
                                          </p:spTgt>
                                        </p:tgtEl>
                                        <p:attrNameLst>
                                          <p:attrName>ppt_x</p:attrName>
                                        </p:attrNameLst>
                                      </p:cBhvr>
                                      <p:tavLst>
                                        <p:tav tm="0">
                                          <p:val>
                                            <p:strVal val="#ppt_x"/>
                                          </p:val>
                                        </p:tav>
                                        <p:tav tm="100000">
                                          <p:val>
                                            <p:strVal val="#ppt_x"/>
                                          </p:val>
                                        </p:tav>
                                      </p:tavLst>
                                    </p:anim>
                                    <p:anim calcmode="lin" valueType="num">
                                      <p:cBhvr>
                                        <p:cTn id="31" dur="1000" fill="hold"/>
                                        <p:tgtEl>
                                          <p:spTgt spid="2944">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43" grpId="0"/>
      <p:bldP spid="2944" grpId="0" build="p"/>
      <p:bldP spid="2948" grpId="0"/>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2962"/>
        <p:cNvGrpSpPr/>
        <p:nvPr/>
      </p:nvGrpSpPr>
      <p:grpSpPr>
        <a:xfrm>
          <a:off x="0" y="0"/>
          <a:ext cx="0" cy="0"/>
          <a:chOff x="0" y="0"/>
          <a:chExt cx="0" cy="0"/>
        </a:xfrm>
      </p:grpSpPr>
      <p:sp>
        <p:nvSpPr>
          <p:cNvPr id="6" name="Title 5">
            <a:extLst>
              <a:ext uri="{FF2B5EF4-FFF2-40B4-BE49-F238E27FC236}">
                <a16:creationId xmlns:a16="http://schemas.microsoft.com/office/drawing/2014/main" id="{7B5B202C-AE7B-1627-706B-9ECDB212CDEB}"/>
              </a:ext>
            </a:extLst>
          </p:cNvPr>
          <p:cNvSpPr>
            <a:spLocks noGrp="1"/>
          </p:cNvSpPr>
          <p:nvPr>
            <p:ph type="title" idx="2"/>
          </p:nvPr>
        </p:nvSpPr>
        <p:spPr/>
        <p:txBody>
          <a:bodyPr/>
          <a:lstStyle/>
          <a:p>
            <a:r>
              <a:rPr lang="en-IN" dirty="0">
                <a:solidFill>
                  <a:srgbClr val="FF0000"/>
                </a:solidFill>
                <a:latin typeface="Bookman Old Style" panose="02050604050505020204" pitchFamily="18" charset="0"/>
              </a:rPr>
              <a:t>1</a:t>
            </a:r>
          </a:p>
        </p:txBody>
      </p:sp>
      <p:sp>
        <p:nvSpPr>
          <p:cNvPr id="8" name="Title 7">
            <a:extLst>
              <a:ext uri="{FF2B5EF4-FFF2-40B4-BE49-F238E27FC236}">
                <a16:creationId xmlns:a16="http://schemas.microsoft.com/office/drawing/2014/main" id="{284F0F2B-542B-42D0-479D-AFF83A49AA3A}"/>
              </a:ext>
            </a:extLst>
          </p:cNvPr>
          <p:cNvSpPr>
            <a:spLocks noGrp="1"/>
          </p:cNvSpPr>
          <p:nvPr>
            <p:ph type="title" idx="3"/>
          </p:nvPr>
        </p:nvSpPr>
        <p:spPr>
          <a:xfrm>
            <a:off x="784679" y="3335679"/>
            <a:ext cx="4828000" cy="853601"/>
          </a:xfrm>
        </p:spPr>
        <p:txBody>
          <a:bodyPr/>
          <a:lstStyle/>
          <a:p>
            <a:r>
              <a:rPr lang="en-IN" dirty="0">
                <a:latin typeface="Bookman Old Style" panose="02050604050505020204" pitchFamily="18" charset="0"/>
              </a:rPr>
              <a:t>Area as a Definite Integral</a:t>
            </a:r>
            <a:br>
              <a:rPr lang="en-IN" dirty="0">
                <a:latin typeface="Bookman Old Style" panose="02050604050505020204" pitchFamily="18" charset="0"/>
              </a:rPr>
            </a:br>
            <a:endParaRPr lang="en-IN" dirty="0">
              <a:latin typeface="Bookman Old Style" panose="02050604050505020204" pitchFamily="18" charset="0"/>
            </a:endParaRPr>
          </a:p>
        </p:txBody>
      </p:sp>
      <p:sp>
        <p:nvSpPr>
          <p:cNvPr id="10" name="Title 9">
            <a:extLst>
              <a:ext uri="{FF2B5EF4-FFF2-40B4-BE49-F238E27FC236}">
                <a16:creationId xmlns:a16="http://schemas.microsoft.com/office/drawing/2014/main" id="{88B01B92-F6D1-1DBE-39BC-F9FC7D19C923}"/>
              </a:ext>
            </a:extLst>
          </p:cNvPr>
          <p:cNvSpPr>
            <a:spLocks noGrp="1"/>
          </p:cNvSpPr>
          <p:nvPr>
            <p:ph type="title" idx="4"/>
          </p:nvPr>
        </p:nvSpPr>
        <p:spPr/>
        <p:txBody>
          <a:bodyPr/>
          <a:lstStyle/>
          <a:p>
            <a:r>
              <a:rPr lang="en-IN" dirty="0">
                <a:latin typeface="Bookman Old Style" panose="02050604050505020204" pitchFamily="18" charset="0"/>
              </a:rPr>
              <a:t>3</a:t>
            </a:r>
          </a:p>
        </p:txBody>
      </p:sp>
      <p:sp>
        <p:nvSpPr>
          <p:cNvPr id="14" name="Title 13">
            <a:extLst>
              <a:ext uri="{FF2B5EF4-FFF2-40B4-BE49-F238E27FC236}">
                <a16:creationId xmlns:a16="http://schemas.microsoft.com/office/drawing/2014/main" id="{DC097E87-C9C6-E46D-A6AD-D6FC8AE4CB9C}"/>
              </a:ext>
            </a:extLst>
          </p:cNvPr>
          <p:cNvSpPr>
            <a:spLocks noGrp="1"/>
          </p:cNvSpPr>
          <p:nvPr>
            <p:ph type="title" idx="7"/>
          </p:nvPr>
        </p:nvSpPr>
        <p:spPr/>
        <p:txBody>
          <a:bodyPr/>
          <a:lstStyle/>
          <a:p>
            <a:r>
              <a:rPr lang="en-IN" dirty="0">
                <a:latin typeface="Bookman Old Style" panose="02050604050505020204" pitchFamily="18" charset="0"/>
              </a:rPr>
              <a:t>2</a:t>
            </a:r>
          </a:p>
        </p:txBody>
      </p:sp>
      <p:sp>
        <p:nvSpPr>
          <p:cNvPr id="16" name="Title 15">
            <a:extLst>
              <a:ext uri="{FF2B5EF4-FFF2-40B4-BE49-F238E27FC236}">
                <a16:creationId xmlns:a16="http://schemas.microsoft.com/office/drawing/2014/main" id="{43218591-413B-47E9-0D3B-70360118E946}"/>
              </a:ext>
            </a:extLst>
          </p:cNvPr>
          <p:cNvSpPr>
            <a:spLocks noGrp="1"/>
          </p:cNvSpPr>
          <p:nvPr>
            <p:ph type="title" idx="9"/>
          </p:nvPr>
        </p:nvSpPr>
        <p:spPr>
          <a:xfrm>
            <a:off x="7019998" y="2900718"/>
            <a:ext cx="4828000" cy="1107867"/>
          </a:xfrm>
        </p:spPr>
        <p:txBody>
          <a:bodyPr/>
          <a:lstStyle/>
          <a:p>
            <a:br>
              <a:rPr lang="en-IN" dirty="0">
                <a:latin typeface="Bookman Old Style" panose="02050604050505020204" pitchFamily="18" charset="0"/>
              </a:rPr>
            </a:br>
            <a:br>
              <a:rPr lang="en-IN" dirty="0">
                <a:latin typeface="Bookman Old Style" panose="02050604050505020204" pitchFamily="18" charset="0"/>
              </a:rPr>
            </a:br>
            <a:r>
              <a:rPr lang="en-IN" dirty="0">
                <a:latin typeface="Bookman Old Style" panose="02050604050505020204" pitchFamily="18" charset="0"/>
              </a:rPr>
              <a:t>Area Using Horizontal Stripe’s </a:t>
            </a:r>
          </a:p>
        </p:txBody>
      </p:sp>
      <p:sp>
        <p:nvSpPr>
          <p:cNvPr id="18" name="Title 17">
            <a:extLst>
              <a:ext uri="{FF2B5EF4-FFF2-40B4-BE49-F238E27FC236}">
                <a16:creationId xmlns:a16="http://schemas.microsoft.com/office/drawing/2014/main" id="{43934BCA-8512-E9AC-1421-2ED3C69E49E4}"/>
              </a:ext>
            </a:extLst>
          </p:cNvPr>
          <p:cNvSpPr>
            <a:spLocks noGrp="1"/>
          </p:cNvSpPr>
          <p:nvPr>
            <p:ph type="title" idx="13"/>
          </p:nvPr>
        </p:nvSpPr>
        <p:spPr>
          <a:xfrm>
            <a:off x="6425486" y="3033400"/>
            <a:ext cx="2635200" cy="791200"/>
          </a:xfrm>
        </p:spPr>
        <p:txBody>
          <a:bodyPr/>
          <a:lstStyle/>
          <a:p>
            <a:r>
              <a:rPr lang="en-IN" dirty="0">
                <a:latin typeface="Bookman Old Style" panose="02050604050505020204" pitchFamily="18" charset="0"/>
              </a:rPr>
              <a:t>4</a:t>
            </a:r>
          </a:p>
        </p:txBody>
      </p:sp>
      <p:sp>
        <p:nvSpPr>
          <p:cNvPr id="22" name="Title 21">
            <a:extLst>
              <a:ext uri="{FF2B5EF4-FFF2-40B4-BE49-F238E27FC236}">
                <a16:creationId xmlns:a16="http://schemas.microsoft.com/office/drawing/2014/main" id="{C9C6859A-28C2-F230-925F-4459790D5047}"/>
              </a:ext>
            </a:extLst>
          </p:cNvPr>
          <p:cNvSpPr>
            <a:spLocks noGrp="1"/>
          </p:cNvSpPr>
          <p:nvPr>
            <p:ph type="title" idx="15"/>
          </p:nvPr>
        </p:nvSpPr>
        <p:spPr/>
        <p:txBody>
          <a:bodyPr/>
          <a:lstStyle/>
          <a:p>
            <a:r>
              <a:rPr lang="en-IN" b="1" dirty="0">
                <a:latin typeface="Bookman Old Style" panose="02050604050505020204" pitchFamily="18" charset="0"/>
              </a:rPr>
              <a:t>TOPICS TO BE COVERED</a:t>
            </a:r>
          </a:p>
        </p:txBody>
      </p:sp>
      <p:sp>
        <p:nvSpPr>
          <p:cNvPr id="23" name="Title 7">
            <a:extLst>
              <a:ext uri="{FF2B5EF4-FFF2-40B4-BE49-F238E27FC236}">
                <a16:creationId xmlns:a16="http://schemas.microsoft.com/office/drawing/2014/main" id="{D3DAA728-924E-4367-EDBE-E5001A0975E8}"/>
              </a:ext>
            </a:extLst>
          </p:cNvPr>
          <p:cNvSpPr txBox="1">
            <a:spLocks/>
          </p:cNvSpPr>
          <p:nvPr/>
        </p:nvSpPr>
        <p:spPr>
          <a:xfrm>
            <a:off x="784679" y="4694433"/>
            <a:ext cx="4828000" cy="1366748"/>
          </a:xfrm>
          <a:prstGeom prst="rect">
            <a:avLst/>
          </a:prstGeom>
          <a:noFill/>
          <a:ln>
            <a:noFill/>
          </a:ln>
        </p:spPr>
        <p:txBody>
          <a:bodyPr spcFirstLastPara="1" wrap="square" lIns="121900" tIns="121900" rIns="121900" bIns="12190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400"/>
              <a:buFont typeface="Epilogue SemiBold"/>
              <a:buNone/>
              <a:defRPr sz="2200" b="0" i="0" u="none" strike="noStrike" cap="none" spc="0">
                <a:solidFill>
                  <a:schemeClr val="dk1"/>
                </a:solidFill>
                <a:latin typeface="Epilogue SemiBold"/>
                <a:ea typeface="Epilogue SemiBold"/>
                <a:cs typeface="Epilogue SemiBold"/>
                <a:sym typeface="Epilogue SemiBold"/>
              </a:defRPr>
            </a:lvl1pPr>
            <a:lvl2pPr marR="0" lvl="1" algn="l" rtl="0">
              <a:lnSpc>
                <a:spcPct val="100000"/>
              </a:lnSpc>
              <a:spcBef>
                <a:spcPts val="0"/>
              </a:spcBef>
              <a:spcAft>
                <a:spcPts val="0"/>
              </a:spcAft>
              <a:buClr>
                <a:schemeClr val="dk1"/>
              </a:buClr>
              <a:buSzPts val="2400"/>
              <a:buFont typeface="Epilogue SemiBold"/>
              <a:buNone/>
              <a:defRPr sz="2400" b="0" i="0" u="none" strike="noStrike" cap="none" spc="0">
                <a:solidFill>
                  <a:schemeClr val="dk1"/>
                </a:solidFill>
                <a:latin typeface="Epilogue SemiBold"/>
                <a:ea typeface="Epilogue SemiBold"/>
                <a:cs typeface="Epilogue SemiBold"/>
                <a:sym typeface="Epilogue SemiBold"/>
              </a:defRPr>
            </a:lvl2pPr>
            <a:lvl3pPr marR="0" lvl="2" algn="l" rtl="0">
              <a:lnSpc>
                <a:spcPct val="100000"/>
              </a:lnSpc>
              <a:spcBef>
                <a:spcPts val="0"/>
              </a:spcBef>
              <a:spcAft>
                <a:spcPts val="0"/>
              </a:spcAft>
              <a:buClr>
                <a:schemeClr val="dk1"/>
              </a:buClr>
              <a:buSzPts val="2400"/>
              <a:buFont typeface="Epilogue SemiBold"/>
              <a:buNone/>
              <a:defRPr sz="2400" b="0" i="0" u="none" strike="noStrike" cap="none" spc="0">
                <a:solidFill>
                  <a:schemeClr val="dk1"/>
                </a:solidFill>
                <a:latin typeface="Epilogue SemiBold"/>
                <a:ea typeface="Epilogue SemiBold"/>
                <a:cs typeface="Epilogue SemiBold"/>
                <a:sym typeface="Epilogue SemiBold"/>
              </a:defRPr>
            </a:lvl3pPr>
            <a:lvl4pPr marR="0" lvl="3" algn="l" rtl="0">
              <a:lnSpc>
                <a:spcPct val="100000"/>
              </a:lnSpc>
              <a:spcBef>
                <a:spcPts val="0"/>
              </a:spcBef>
              <a:spcAft>
                <a:spcPts val="0"/>
              </a:spcAft>
              <a:buClr>
                <a:schemeClr val="dk1"/>
              </a:buClr>
              <a:buSzPts val="2400"/>
              <a:buFont typeface="Epilogue SemiBold"/>
              <a:buNone/>
              <a:defRPr sz="2400" b="0" i="0" u="none" strike="noStrike" cap="none" spc="0">
                <a:solidFill>
                  <a:schemeClr val="dk1"/>
                </a:solidFill>
                <a:latin typeface="Epilogue SemiBold"/>
                <a:ea typeface="Epilogue SemiBold"/>
                <a:cs typeface="Epilogue SemiBold"/>
                <a:sym typeface="Epilogue SemiBold"/>
              </a:defRPr>
            </a:lvl4pPr>
            <a:lvl5pPr marR="0" lvl="4" algn="l" rtl="0">
              <a:lnSpc>
                <a:spcPct val="100000"/>
              </a:lnSpc>
              <a:spcBef>
                <a:spcPts val="0"/>
              </a:spcBef>
              <a:spcAft>
                <a:spcPts val="0"/>
              </a:spcAft>
              <a:buClr>
                <a:schemeClr val="dk1"/>
              </a:buClr>
              <a:buSzPts val="2400"/>
              <a:buFont typeface="Epilogue SemiBold"/>
              <a:buNone/>
              <a:defRPr sz="2400" b="0" i="0" u="none" strike="noStrike" cap="none" spc="0">
                <a:solidFill>
                  <a:schemeClr val="dk1"/>
                </a:solidFill>
                <a:latin typeface="Epilogue SemiBold"/>
                <a:ea typeface="Epilogue SemiBold"/>
                <a:cs typeface="Epilogue SemiBold"/>
                <a:sym typeface="Epilogue SemiBold"/>
              </a:defRPr>
            </a:lvl5pPr>
            <a:lvl6pPr marR="0" lvl="5" algn="l" rtl="0">
              <a:lnSpc>
                <a:spcPct val="100000"/>
              </a:lnSpc>
              <a:spcBef>
                <a:spcPts val="0"/>
              </a:spcBef>
              <a:spcAft>
                <a:spcPts val="0"/>
              </a:spcAft>
              <a:buClr>
                <a:schemeClr val="dk1"/>
              </a:buClr>
              <a:buSzPts val="2400"/>
              <a:buFont typeface="Epilogue SemiBold"/>
              <a:buNone/>
              <a:defRPr sz="2400" b="0" i="0" u="none" strike="noStrike" cap="none" spc="0">
                <a:solidFill>
                  <a:schemeClr val="dk1"/>
                </a:solidFill>
                <a:latin typeface="Epilogue SemiBold"/>
                <a:ea typeface="Epilogue SemiBold"/>
                <a:cs typeface="Epilogue SemiBold"/>
                <a:sym typeface="Epilogue SemiBold"/>
              </a:defRPr>
            </a:lvl6pPr>
            <a:lvl7pPr marR="0" lvl="6" algn="l" rtl="0">
              <a:lnSpc>
                <a:spcPct val="100000"/>
              </a:lnSpc>
              <a:spcBef>
                <a:spcPts val="0"/>
              </a:spcBef>
              <a:spcAft>
                <a:spcPts val="0"/>
              </a:spcAft>
              <a:buClr>
                <a:schemeClr val="dk1"/>
              </a:buClr>
              <a:buSzPts val="2400"/>
              <a:buFont typeface="Epilogue SemiBold"/>
              <a:buNone/>
              <a:defRPr sz="2400" b="0" i="0" u="none" strike="noStrike" cap="none" spc="0">
                <a:solidFill>
                  <a:schemeClr val="dk1"/>
                </a:solidFill>
                <a:latin typeface="Epilogue SemiBold"/>
                <a:ea typeface="Epilogue SemiBold"/>
                <a:cs typeface="Epilogue SemiBold"/>
                <a:sym typeface="Epilogue SemiBold"/>
              </a:defRPr>
            </a:lvl7pPr>
            <a:lvl8pPr marR="0" lvl="7" algn="l" rtl="0">
              <a:lnSpc>
                <a:spcPct val="100000"/>
              </a:lnSpc>
              <a:spcBef>
                <a:spcPts val="0"/>
              </a:spcBef>
              <a:spcAft>
                <a:spcPts val="0"/>
              </a:spcAft>
              <a:buClr>
                <a:schemeClr val="dk1"/>
              </a:buClr>
              <a:buSzPts val="2400"/>
              <a:buFont typeface="Epilogue SemiBold"/>
              <a:buNone/>
              <a:defRPr sz="2400" b="0" i="0" u="none" strike="noStrike" cap="none" spc="0">
                <a:solidFill>
                  <a:schemeClr val="dk1"/>
                </a:solidFill>
                <a:latin typeface="Epilogue SemiBold"/>
                <a:ea typeface="Epilogue SemiBold"/>
                <a:cs typeface="Epilogue SemiBold"/>
                <a:sym typeface="Epilogue SemiBold"/>
              </a:defRPr>
            </a:lvl8pPr>
            <a:lvl9pPr marR="0" lvl="8" algn="l" rtl="0">
              <a:lnSpc>
                <a:spcPct val="100000"/>
              </a:lnSpc>
              <a:spcBef>
                <a:spcPts val="0"/>
              </a:spcBef>
              <a:spcAft>
                <a:spcPts val="0"/>
              </a:spcAft>
              <a:buClr>
                <a:schemeClr val="dk1"/>
              </a:buClr>
              <a:buSzPts val="2400"/>
              <a:buFont typeface="Epilogue SemiBold"/>
              <a:buNone/>
              <a:defRPr sz="2400" b="0" i="0" u="none" strike="noStrike" cap="none" spc="0">
                <a:solidFill>
                  <a:schemeClr val="dk1"/>
                </a:solidFill>
                <a:latin typeface="Epilogue SemiBold"/>
                <a:ea typeface="Epilogue SemiBold"/>
                <a:cs typeface="Epilogue SemiBold"/>
                <a:sym typeface="Epilogue SemiBold"/>
              </a:defRPr>
            </a:lvl9pPr>
          </a:lstStyle>
          <a:p>
            <a:r>
              <a:rPr lang="en-IN" sz="2933" dirty="0">
                <a:latin typeface="Bookman Old Style" panose="02050604050505020204" pitchFamily="18" charset="0"/>
              </a:rPr>
              <a:t>Area Using Vertical Stripe’s </a:t>
            </a:r>
          </a:p>
        </p:txBody>
      </p:sp>
      <p:sp>
        <p:nvSpPr>
          <p:cNvPr id="26" name="Title 7">
            <a:extLst>
              <a:ext uri="{FF2B5EF4-FFF2-40B4-BE49-F238E27FC236}">
                <a16:creationId xmlns:a16="http://schemas.microsoft.com/office/drawing/2014/main" id="{F1486D4A-B192-2C5D-8C5D-15BD43FC86EE}"/>
              </a:ext>
            </a:extLst>
          </p:cNvPr>
          <p:cNvSpPr txBox="1">
            <a:spLocks/>
          </p:cNvSpPr>
          <p:nvPr/>
        </p:nvSpPr>
        <p:spPr>
          <a:xfrm>
            <a:off x="7019998" y="2407902"/>
            <a:ext cx="4828000" cy="489774"/>
          </a:xfrm>
          <a:prstGeom prst="rect">
            <a:avLst/>
          </a:prstGeom>
          <a:noFill/>
          <a:ln>
            <a:noFill/>
          </a:ln>
        </p:spPr>
        <p:txBody>
          <a:bodyPr spcFirstLastPara="1" wrap="square" lIns="121900" tIns="121900" rIns="121900" bIns="12190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400"/>
              <a:buFont typeface="Epilogue SemiBold"/>
              <a:buNone/>
              <a:defRPr sz="2200" b="0" i="0" u="none" strike="noStrike" cap="none" spc="0">
                <a:solidFill>
                  <a:schemeClr val="dk1"/>
                </a:solidFill>
                <a:latin typeface="Epilogue SemiBold"/>
                <a:ea typeface="Epilogue SemiBold"/>
                <a:cs typeface="Epilogue SemiBold"/>
                <a:sym typeface="Epilogue SemiBold"/>
              </a:defRPr>
            </a:lvl1pPr>
            <a:lvl2pPr marR="0" lvl="1" algn="l" rtl="0">
              <a:lnSpc>
                <a:spcPct val="100000"/>
              </a:lnSpc>
              <a:spcBef>
                <a:spcPts val="0"/>
              </a:spcBef>
              <a:spcAft>
                <a:spcPts val="0"/>
              </a:spcAft>
              <a:buClr>
                <a:schemeClr val="dk1"/>
              </a:buClr>
              <a:buSzPts val="2400"/>
              <a:buFont typeface="Epilogue SemiBold"/>
              <a:buNone/>
              <a:defRPr sz="2400" b="0" i="0" u="none" strike="noStrike" cap="none" spc="0">
                <a:solidFill>
                  <a:schemeClr val="dk1"/>
                </a:solidFill>
                <a:latin typeface="Epilogue SemiBold"/>
                <a:ea typeface="Epilogue SemiBold"/>
                <a:cs typeface="Epilogue SemiBold"/>
                <a:sym typeface="Epilogue SemiBold"/>
              </a:defRPr>
            </a:lvl2pPr>
            <a:lvl3pPr marR="0" lvl="2" algn="l" rtl="0">
              <a:lnSpc>
                <a:spcPct val="100000"/>
              </a:lnSpc>
              <a:spcBef>
                <a:spcPts val="0"/>
              </a:spcBef>
              <a:spcAft>
                <a:spcPts val="0"/>
              </a:spcAft>
              <a:buClr>
                <a:schemeClr val="dk1"/>
              </a:buClr>
              <a:buSzPts val="2400"/>
              <a:buFont typeface="Epilogue SemiBold"/>
              <a:buNone/>
              <a:defRPr sz="2400" b="0" i="0" u="none" strike="noStrike" cap="none" spc="0">
                <a:solidFill>
                  <a:schemeClr val="dk1"/>
                </a:solidFill>
                <a:latin typeface="Epilogue SemiBold"/>
                <a:ea typeface="Epilogue SemiBold"/>
                <a:cs typeface="Epilogue SemiBold"/>
                <a:sym typeface="Epilogue SemiBold"/>
              </a:defRPr>
            </a:lvl3pPr>
            <a:lvl4pPr marR="0" lvl="3" algn="l" rtl="0">
              <a:lnSpc>
                <a:spcPct val="100000"/>
              </a:lnSpc>
              <a:spcBef>
                <a:spcPts val="0"/>
              </a:spcBef>
              <a:spcAft>
                <a:spcPts val="0"/>
              </a:spcAft>
              <a:buClr>
                <a:schemeClr val="dk1"/>
              </a:buClr>
              <a:buSzPts val="2400"/>
              <a:buFont typeface="Epilogue SemiBold"/>
              <a:buNone/>
              <a:defRPr sz="2400" b="0" i="0" u="none" strike="noStrike" cap="none" spc="0">
                <a:solidFill>
                  <a:schemeClr val="dk1"/>
                </a:solidFill>
                <a:latin typeface="Epilogue SemiBold"/>
                <a:ea typeface="Epilogue SemiBold"/>
                <a:cs typeface="Epilogue SemiBold"/>
                <a:sym typeface="Epilogue SemiBold"/>
              </a:defRPr>
            </a:lvl4pPr>
            <a:lvl5pPr marR="0" lvl="4" algn="l" rtl="0">
              <a:lnSpc>
                <a:spcPct val="100000"/>
              </a:lnSpc>
              <a:spcBef>
                <a:spcPts val="0"/>
              </a:spcBef>
              <a:spcAft>
                <a:spcPts val="0"/>
              </a:spcAft>
              <a:buClr>
                <a:schemeClr val="dk1"/>
              </a:buClr>
              <a:buSzPts val="2400"/>
              <a:buFont typeface="Epilogue SemiBold"/>
              <a:buNone/>
              <a:defRPr sz="2400" b="0" i="0" u="none" strike="noStrike" cap="none" spc="0">
                <a:solidFill>
                  <a:schemeClr val="dk1"/>
                </a:solidFill>
                <a:latin typeface="Epilogue SemiBold"/>
                <a:ea typeface="Epilogue SemiBold"/>
                <a:cs typeface="Epilogue SemiBold"/>
                <a:sym typeface="Epilogue SemiBold"/>
              </a:defRPr>
            </a:lvl5pPr>
            <a:lvl6pPr marR="0" lvl="5" algn="l" rtl="0">
              <a:lnSpc>
                <a:spcPct val="100000"/>
              </a:lnSpc>
              <a:spcBef>
                <a:spcPts val="0"/>
              </a:spcBef>
              <a:spcAft>
                <a:spcPts val="0"/>
              </a:spcAft>
              <a:buClr>
                <a:schemeClr val="dk1"/>
              </a:buClr>
              <a:buSzPts val="2400"/>
              <a:buFont typeface="Epilogue SemiBold"/>
              <a:buNone/>
              <a:defRPr sz="2400" b="0" i="0" u="none" strike="noStrike" cap="none" spc="0">
                <a:solidFill>
                  <a:schemeClr val="dk1"/>
                </a:solidFill>
                <a:latin typeface="Epilogue SemiBold"/>
                <a:ea typeface="Epilogue SemiBold"/>
                <a:cs typeface="Epilogue SemiBold"/>
                <a:sym typeface="Epilogue SemiBold"/>
              </a:defRPr>
            </a:lvl6pPr>
            <a:lvl7pPr marR="0" lvl="6" algn="l" rtl="0">
              <a:lnSpc>
                <a:spcPct val="100000"/>
              </a:lnSpc>
              <a:spcBef>
                <a:spcPts val="0"/>
              </a:spcBef>
              <a:spcAft>
                <a:spcPts val="0"/>
              </a:spcAft>
              <a:buClr>
                <a:schemeClr val="dk1"/>
              </a:buClr>
              <a:buSzPts val="2400"/>
              <a:buFont typeface="Epilogue SemiBold"/>
              <a:buNone/>
              <a:defRPr sz="2400" b="0" i="0" u="none" strike="noStrike" cap="none" spc="0">
                <a:solidFill>
                  <a:schemeClr val="dk1"/>
                </a:solidFill>
                <a:latin typeface="Epilogue SemiBold"/>
                <a:ea typeface="Epilogue SemiBold"/>
                <a:cs typeface="Epilogue SemiBold"/>
                <a:sym typeface="Epilogue SemiBold"/>
              </a:defRPr>
            </a:lvl7pPr>
            <a:lvl8pPr marR="0" lvl="7" algn="l" rtl="0">
              <a:lnSpc>
                <a:spcPct val="100000"/>
              </a:lnSpc>
              <a:spcBef>
                <a:spcPts val="0"/>
              </a:spcBef>
              <a:spcAft>
                <a:spcPts val="0"/>
              </a:spcAft>
              <a:buClr>
                <a:schemeClr val="dk1"/>
              </a:buClr>
              <a:buSzPts val="2400"/>
              <a:buFont typeface="Epilogue SemiBold"/>
              <a:buNone/>
              <a:defRPr sz="2400" b="0" i="0" u="none" strike="noStrike" cap="none" spc="0">
                <a:solidFill>
                  <a:schemeClr val="dk1"/>
                </a:solidFill>
                <a:latin typeface="Epilogue SemiBold"/>
                <a:ea typeface="Epilogue SemiBold"/>
                <a:cs typeface="Epilogue SemiBold"/>
                <a:sym typeface="Epilogue SemiBold"/>
              </a:defRPr>
            </a:lvl8pPr>
            <a:lvl9pPr marR="0" lvl="8" algn="l" rtl="0">
              <a:lnSpc>
                <a:spcPct val="100000"/>
              </a:lnSpc>
              <a:spcBef>
                <a:spcPts val="0"/>
              </a:spcBef>
              <a:spcAft>
                <a:spcPts val="0"/>
              </a:spcAft>
              <a:buClr>
                <a:schemeClr val="dk1"/>
              </a:buClr>
              <a:buSzPts val="2400"/>
              <a:buFont typeface="Epilogue SemiBold"/>
              <a:buNone/>
              <a:defRPr sz="2400" b="0" i="0" u="none" strike="noStrike" cap="none" spc="0">
                <a:solidFill>
                  <a:schemeClr val="dk1"/>
                </a:solidFill>
                <a:latin typeface="Epilogue SemiBold"/>
                <a:ea typeface="Epilogue SemiBold"/>
                <a:cs typeface="Epilogue SemiBold"/>
                <a:sym typeface="Epilogue SemiBold"/>
              </a:defRPr>
            </a:lvl9pPr>
          </a:lstStyle>
          <a:p>
            <a:r>
              <a:rPr lang="en-IN" sz="2933" dirty="0">
                <a:latin typeface="Bookman Old Style" panose="02050604050505020204" pitchFamily="18" charset="0"/>
              </a:rPr>
              <a:t>Questions</a:t>
            </a:r>
          </a:p>
        </p:txBody>
      </p:sp>
      <p:sp>
        <p:nvSpPr>
          <p:cNvPr id="2" name="Title 5">
            <a:extLst>
              <a:ext uri="{FF2B5EF4-FFF2-40B4-BE49-F238E27FC236}">
                <a16:creationId xmlns:a16="http://schemas.microsoft.com/office/drawing/2014/main" id="{161F631F-8337-0AD4-2C9D-18F311BFC165}"/>
              </a:ext>
            </a:extLst>
          </p:cNvPr>
          <p:cNvSpPr txBox="1">
            <a:spLocks/>
          </p:cNvSpPr>
          <p:nvPr/>
        </p:nvSpPr>
        <p:spPr>
          <a:xfrm>
            <a:off x="6469501" y="4108685"/>
            <a:ext cx="2635200" cy="791200"/>
          </a:xfrm>
          <a:prstGeom prst="rect">
            <a:avLst/>
          </a:prstGeom>
        </p:spPr>
        <p:txBody>
          <a:bodyPr spcFirstLastPara="1" vert="horz" wrap="square" lIns="91425" tIns="91425" rIns="91425" bIns="91425" rtlCol="0" anchor="b" anchorCtr="0">
            <a:noAutofit/>
          </a:bodyPr>
          <a:lstStyle>
            <a:lvl1pPr lvl="0" algn="l" defTabSz="914400" rtl="0" eaLnBrk="1" latinLnBrk="0" hangingPunct="1">
              <a:lnSpc>
                <a:spcPct val="90000"/>
              </a:lnSpc>
              <a:spcBef>
                <a:spcPts val="0"/>
              </a:spcBef>
              <a:spcAft>
                <a:spcPts val="0"/>
              </a:spcAft>
              <a:buSzPts val="3000"/>
              <a:buNone/>
              <a:defRPr sz="4400" kern="1200">
                <a:solidFill>
                  <a:schemeClr val="lt2"/>
                </a:solidFill>
                <a:latin typeface="+mj-lt"/>
                <a:ea typeface="+mj-ea"/>
                <a:cs typeface="+mj-cs"/>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rPr lang="en-IN">
                <a:solidFill>
                  <a:srgbClr val="FF0000"/>
                </a:solidFill>
                <a:latin typeface="Bookman Old Style" panose="02050604050505020204" pitchFamily="18" charset="0"/>
              </a:rPr>
              <a:t>5</a:t>
            </a:r>
            <a:endParaRPr lang="en-IN" dirty="0">
              <a:solidFill>
                <a:srgbClr val="FF0000"/>
              </a:solidFill>
              <a:latin typeface="Bookman Old Style" panose="02050604050505020204" pitchFamily="18" charset="0"/>
            </a:endParaRPr>
          </a:p>
        </p:txBody>
      </p:sp>
      <p:sp>
        <p:nvSpPr>
          <p:cNvPr id="3" name="Title 7">
            <a:extLst>
              <a:ext uri="{FF2B5EF4-FFF2-40B4-BE49-F238E27FC236}">
                <a16:creationId xmlns:a16="http://schemas.microsoft.com/office/drawing/2014/main" id="{2A6DB234-AAE0-CC63-2C56-17AAA89E60CD}"/>
              </a:ext>
            </a:extLst>
          </p:cNvPr>
          <p:cNvSpPr txBox="1">
            <a:spLocks/>
          </p:cNvSpPr>
          <p:nvPr/>
        </p:nvSpPr>
        <p:spPr>
          <a:xfrm>
            <a:off x="7166004" y="4108685"/>
            <a:ext cx="5025996" cy="689016"/>
          </a:xfrm>
          <a:prstGeom prst="rect">
            <a:avLst/>
          </a:prstGeom>
        </p:spPr>
        <p:txBody>
          <a:bodyPr spcFirstLastPara="1" vert="horz" wrap="square" lIns="91425" tIns="91425" rIns="91425" bIns="91425" rtlCol="0" anchor="b" anchorCtr="0">
            <a:noAutofit/>
          </a:bodyPr>
          <a:lstStyle>
            <a:lvl1pPr lvl="0" algn="l" defTabSz="914400" rtl="0" eaLnBrk="1" latinLnBrk="0" hangingPunct="1">
              <a:lnSpc>
                <a:spcPct val="90000"/>
              </a:lnSpc>
              <a:spcBef>
                <a:spcPts val="0"/>
              </a:spcBef>
              <a:spcAft>
                <a:spcPts val="0"/>
              </a:spcAft>
              <a:buSzPts val="2400"/>
              <a:buNone/>
              <a:defRPr sz="2933" kern="1200">
                <a:solidFill>
                  <a:schemeClr val="tx1"/>
                </a:solidFill>
                <a:latin typeface="+mj-lt"/>
                <a:ea typeface="+mj-ea"/>
                <a:cs typeface="+mj-cs"/>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r>
              <a:rPr lang="en-IN">
                <a:latin typeface="Bookman Old Style" panose="02050604050505020204" pitchFamily="18" charset="0"/>
              </a:rPr>
              <a:t>Questions</a:t>
            </a:r>
            <a:endParaRPr lang="en-IN" dirty="0">
              <a:latin typeface="Bookman Old Style" panose="020506040505050202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anim calcmode="lin" valueType="num">
                                      <p:cBhvr>
                                        <p:cTn id="20" dur="1000" fill="hold"/>
                                        <p:tgtEl>
                                          <p:spTgt spid="8"/>
                                        </p:tgtEl>
                                        <p:attrNameLst>
                                          <p:attrName>ppt_x</p:attrName>
                                        </p:attrNameLst>
                                      </p:cBhvr>
                                      <p:tavLst>
                                        <p:tav tm="0">
                                          <p:val>
                                            <p:strVal val="#ppt_x"/>
                                          </p:val>
                                        </p:tav>
                                        <p:tav tm="100000">
                                          <p:val>
                                            <p:strVal val="#ppt_x"/>
                                          </p:val>
                                        </p:tav>
                                      </p:tavLst>
                                    </p:anim>
                                    <p:anim calcmode="lin" valueType="num">
                                      <p:cBhvr>
                                        <p:cTn id="2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1000"/>
                                        <p:tgtEl>
                                          <p:spTgt spid="14"/>
                                        </p:tgtEl>
                                      </p:cBhvr>
                                    </p:animEffect>
                                    <p:anim calcmode="lin" valueType="num">
                                      <p:cBhvr>
                                        <p:cTn id="27" dur="1000" fill="hold"/>
                                        <p:tgtEl>
                                          <p:spTgt spid="14"/>
                                        </p:tgtEl>
                                        <p:attrNameLst>
                                          <p:attrName>ppt_x</p:attrName>
                                        </p:attrNameLst>
                                      </p:cBhvr>
                                      <p:tavLst>
                                        <p:tav tm="0">
                                          <p:val>
                                            <p:strVal val="#ppt_x"/>
                                          </p:val>
                                        </p:tav>
                                        <p:tav tm="100000">
                                          <p:val>
                                            <p:strVal val="#ppt_x"/>
                                          </p:val>
                                        </p:tav>
                                      </p:tavLst>
                                    </p:anim>
                                    <p:anim calcmode="lin" valueType="num">
                                      <p:cBhvr>
                                        <p:cTn id="28" dur="1000" fill="hold"/>
                                        <p:tgtEl>
                                          <p:spTgt spid="14"/>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1000"/>
                                        <p:tgtEl>
                                          <p:spTgt spid="23"/>
                                        </p:tgtEl>
                                      </p:cBhvr>
                                    </p:animEffect>
                                    <p:anim calcmode="lin" valueType="num">
                                      <p:cBhvr>
                                        <p:cTn id="32" dur="1000" fill="hold"/>
                                        <p:tgtEl>
                                          <p:spTgt spid="23"/>
                                        </p:tgtEl>
                                        <p:attrNameLst>
                                          <p:attrName>ppt_x</p:attrName>
                                        </p:attrNameLst>
                                      </p:cBhvr>
                                      <p:tavLst>
                                        <p:tav tm="0">
                                          <p:val>
                                            <p:strVal val="#ppt_x"/>
                                          </p:val>
                                        </p:tav>
                                        <p:tav tm="100000">
                                          <p:val>
                                            <p:strVal val="#ppt_x"/>
                                          </p:val>
                                        </p:tav>
                                      </p:tavLst>
                                    </p:anim>
                                    <p:anim calcmode="lin" valueType="num">
                                      <p:cBhvr>
                                        <p:cTn id="33"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1000"/>
                                        <p:tgtEl>
                                          <p:spTgt spid="10"/>
                                        </p:tgtEl>
                                      </p:cBhvr>
                                    </p:animEffect>
                                    <p:anim calcmode="lin" valueType="num">
                                      <p:cBhvr>
                                        <p:cTn id="39" dur="1000" fill="hold"/>
                                        <p:tgtEl>
                                          <p:spTgt spid="10"/>
                                        </p:tgtEl>
                                        <p:attrNameLst>
                                          <p:attrName>ppt_x</p:attrName>
                                        </p:attrNameLst>
                                      </p:cBhvr>
                                      <p:tavLst>
                                        <p:tav tm="0">
                                          <p:val>
                                            <p:strVal val="#ppt_x"/>
                                          </p:val>
                                        </p:tav>
                                        <p:tav tm="100000">
                                          <p:val>
                                            <p:strVal val="#ppt_x"/>
                                          </p:val>
                                        </p:tav>
                                      </p:tavLst>
                                    </p:anim>
                                    <p:anim calcmode="lin" valueType="num">
                                      <p:cBhvr>
                                        <p:cTn id="40" dur="1000" fill="hold"/>
                                        <p:tgtEl>
                                          <p:spTgt spid="10"/>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1000"/>
                                        <p:tgtEl>
                                          <p:spTgt spid="26"/>
                                        </p:tgtEl>
                                      </p:cBhvr>
                                    </p:animEffect>
                                    <p:anim calcmode="lin" valueType="num">
                                      <p:cBhvr>
                                        <p:cTn id="44" dur="1000" fill="hold"/>
                                        <p:tgtEl>
                                          <p:spTgt spid="26"/>
                                        </p:tgtEl>
                                        <p:attrNameLst>
                                          <p:attrName>ppt_x</p:attrName>
                                        </p:attrNameLst>
                                      </p:cBhvr>
                                      <p:tavLst>
                                        <p:tav tm="0">
                                          <p:val>
                                            <p:strVal val="#ppt_x"/>
                                          </p:val>
                                        </p:tav>
                                        <p:tav tm="100000">
                                          <p:val>
                                            <p:strVal val="#ppt_x"/>
                                          </p:val>
                                        </p:tav>
                                      </p:tavLst>
                                    </p:anim>
                                    <p:anim calcmode="lin" valueType="num">
                                      <p:cBhvr>
                                        <p:cTn id="45"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1000"/>
                                        <p:tgtEl>
                                          <p:spTgt spid="18"/>
                                        </p:tgtEl>
                                      </p:cBhvr>
                                    </p:animEffect>
                                    <p:anim calcmode="lin" valueType="num">
                                      <p:cBhvr>
                                        <p:cTn id="51" dur="1000" fill="hold"/>
                                        <p:tgtEl>
                                          <p:spTgt spid="18"/>
                                        </p:tgtEl>
                                        <p:attrNameLst>
                                          <p:attrName>ppt_x</p:attrName>
                                        </p:attrNameLst>
                                      </p:cBhvr>
                                      <p:tavLst>
                                        <p:tav tm="0">
                                          <p:val>
                                            <p:strVal val="#ppt_x"/>
                                          </p:val>
                                        </p:tav>
                                        <p:tav tm="100000">
                                          <p:val>
                                            <p:strVal val="#ppt_x"/>
                                          </p:val>
                                        </p:tav>
                                      </p:tavLst>
                                    </p:anim>
                                    <p:anim calcmode="lin" valueType="num">
                                      <p:cBhvr>
                                        <p:cTn id="52" dur="1000" fill="hold"/>
                                        <p:tgtEl>
                                          <p:spTgt spid="18"/>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1000"/>
                                        <p:tgtEl>
                                          <p:spTgt spid="16"/>
                                        </p:tgtEl>
                                      </p:cBhvr>
                                    </p:animEffect>
                                    <p:anim calcmode="lin" valueType="num">
                                      <p:cBhvr>
                                        <p:cTn id="56" dur="1000" fill="hold"/>
                                        <p:tgtEl>
                                          <p:spTgt spid="16"/>
                                        </p:tgtEl>
                                        <p:attrNameLst>
                                          <p:attrName>ppt_x</p:attrName>
                                        </p:attrNameLst>
                                      </p:cBhvr>
                                      <p:tavLst>
                                        <p:tav tm="0">
                                          <p:val>
                                            <p:strVal val="#ppt_x"/>
                                          </p:val>
                                        </p:tav>
                                        <p:tav tm="100000">
                                          <p:val>
                                            <p:strVal val="#ppt_x"/>
                                          </p:val>
                                        </p:tav>
                                      </p:tavLst>
                                    </p:anim>
                                    <p:anim calcmode="lin" valueType="num">
                                      <p:cBhvr>
                                        <p:cTn id="57"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grpId="0" nodeType="clickEffect">
                                  <p:stCondLst>
                                    <p:cond delay="0"/>
                                  </p:stCondLst>
                                  <p:childTnLst>
                                    <p:set>
                                      <p:cBhvr>
                                        <p:cTn id="61" dur="1" fill="hold">
                                          <p:stCondLst>
                                            <p:cond delay="0"/>
                                          </p:stCondLst>
                                        </p:cTn>
                                        <p:tgtEl>
                                          <p:spTgt spid="2"/>
                                        </p:tgtEl>
                                        <p:attrNameLst>
                                          <p:attrName>style.visibility</p:attrName>
                                        </p:attrNameLst>
                                      </p:cBhvr>
                                      <p:to>
                                        <p:strVal val="visible"/>
                                      </p:to>
                                    </p:set>
                                    <p:animEffect transition="in" filter="fade">
                                      <p:cBhvr>
                                        <p:cTn id="62" dur="1000"/>
                                        <p:tgtEl>
                                          <p:spTgt spid="2"/>
                                        </p:tgtEl>
                                      </p:cBhvr>
                                    </p:animEffect>
                                    <p:anim calcmode="lin" valueType="num">
                                      <p:cBhvr>
                                        <p:cTn id="63" dur="1000" fill="hold"/>
                                        <p:tgtEl>
                                          <p:spTgt spid="2"/>
                                        </p:tgtEl>
                                        <p:attrNameLst>
                                          <p:attrName>ppt_x</p:attrName>
                                        </p:attrNameLst>
                                      </p:cBhvr>
                                      <p:tavLst>
                                        <p:tav tm="0">
                                          <p:val>
                                            <p:strVal val="#ppt_x"/>
                                          </p:val>
                                        </p:tav>
                                        <p:tav tm="100000">
                                          <p:val>
                                            <p:strVal val="#ppt_x"/>
                                          </p:val>
                                        </p:tav>
                                      </p:tavLst>
                                    </p:anim>
                                    <p:anim calcmode="lin" valueType="num">
                                      <p:cBhvr>
                                        <p:cTn id="64" dur="1000" fill="hold"/>
                                        <p:tgtEl>
                                          <p:spTgt spid="2"/>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3"/>
                                        </p:tgtEl>
                                        <p:attrNameLst>
                                          <p:attrName>style.visibility</p:attrName>
                                        </p:attrNameLst>
                                      </p:cBhvr>
                                      <p:to>
                                        <p:strVal val="visible"/>
                                      </p:to>
                                    </p:set>
                                    <p:animEffect transition="in" filter="fade">
                                      <p:cBhvr>
                                        <p:cTn id="67" dur="1000"/>
                                        <p:tgtEl>
                                          <p:spTgt spid="3"/>
                                        </p:tgtEl>
                                      </p:cBhvr>
                                    </p:animEffect>
                                    <p:anim calcmode="lin" valueType="num">
                                      <p:cBhvr>
                                        <p:cTn id="68" dur="1000" fill="hold"/>
                                        <p:tgtEl>
                                          <p:spTgt spid="3"/>
                                        </p:tgtEl>
                                        <p:attrNameLst>
                                          <p:attrName>ppt_x</p:attrName>
                                        </p:attrNameLst>
                                      </p:cBhvr>
                                      <p:tavLst>
                                        <p:tav tm="0">
                                          <p:val>
                                            <p:strVal val="#ppt_x"/>
                                          </p:val>
                                        </p:tav>
                                        <p:tav tm="100000">
                                          <p:val>
                                            <p:strVal val="#ppt_x"/>
                                          </p:val>
                                        </p:tav>
                                      </p:tavLst>
                                    </p:anim>
                                    <p:anim calcmode="lin" valueType="num">
                                      <p:cBhvr>
                                        <p:cTn id="6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0" grpId="0"/>
      <p:bldP spid="14" grpId="0"/>
      <p:bldP spid="16" grpId="0"/>
      <p:bldP spid="18" grpId="0"/>
      <p:bldP spid="22" grpId="0"/>
      <p:bldP spid="23" grpId="0"/>
      <p:bldP spid="26" grpId="0"/>
      <p:bldP spid="2" grpId="0"/>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2989"/>
        <p:cNvGrpSpPr/>
        <p:nvPr/>
      </p:nvGrpSpPr>
      <p:grpSpPr>
        <a:xfrm>
          <a:off x="0" y="0"/>
          <a:ext cx="0" cy="0"/>
          <a:chOff x="0" y="0"/>
          <a:chExt cx="0" cy="0"/>
        </a:xfrm>
      </p:grpSpPr>
      <p:sp>
        <p:nvSpPr>
          <p:cNvPr id="2990" name="Google Shape;2990;p39"/>
          <p:cNvSpPr txBox="1">
            <a:spLocks noGrp="1"/>
          </p:cNvSpPr>
          <p:nvPr>
            <p:ph type="title"/>
          </p:nvPr>
        </p:nvSpPr>
        <p:spPr>
          <a:xfrm>
            <a:off x="768853" y="3291840"/>
            <a:ext cx="11266140" cy="989866"/>
          </a:xfrm>
          <a:prstGeom prst="rect">
            <a:avLst/>
          </a:prstGeom>
        </p:spPr>
        <p:txBody>
          <a:bodyPr spcFirstLastPara="1" vert="horz" wrap="square" lIns="121900" tIns="121900" rIns="121900" bIns="121900" rtlCol="0" anchor="b" anchorCtr="0">
            <a:noAutofit/>
          </a:bodyPr>
          <a:lstStyle/>
          <a:p>
            <a:pPr lvl="0"/>
            <a:r>
              <a:rPr lang="en-IN" b="1" dirty="0">
                <a:latin typeface="Papyrus" panose="03070502060502030205" pitchFamily="66" charset="0"/>
              </a:rPr>
              <a:t>Area as a Definite Integral</a:t>
            </a:r>
            <a:endParaRPr b="1" dirty="0">
              <a:latin typeface="Papyrus" panose="03070502060502030205" pitchFamily="66" charset="0"/>
            </a:endParaRPr>
          </a:p>
        </p:txBody>
      </p:sp>
      <p:sp>
        <p:nvSpPr>
          <p:cNvPr id="2992" name="Google Shape;2992;p39"/>
          <p:cNvSpPr txBox="1">
            <a:spLocks noGrp="1"/>
          </p:cNvSpPr>
          <p:nvPr>
            <p:ph type="title" idx="2"/>
          </p:nvPr>
        </p:nvSpPr>
        <p:spPr>
          <a:xfrm>
            <a:off x="4876800" y="1123633"/>
            <a:ext cx="2438400" cy="1782400"/>
          </a:xfrm>
          <a:prstGeom prst="rect">
            <a:avLst/>
          </a:prstGeom>
        </p:spPr>
        <p:txBody>
          <a:bodyPr spcFirstLastPara="1" vert="horz" wrap="square" lIns="121900" tIns="121900" rIns="121900" bIns="121900" rtlCol="0" anchor="ctr" anchorCtr="0">
            <a:noAutofit/>
          </a:bodyPr>
          <a:lstStyle/>
          <a:p>
            <a:r>
              <a:rPr lang="en" dirty="0">
                <a:solidFill>
                  <a:srgbClr val="FF0000"/>
                </a:solidFill>
                <a:latin typeface="Papyrus" panose="03070502060502030205" pitchFamily="66" charset="0"/>
              </a:rPr>
              <a:t>01</a:t>
            </a:r>
            <a:endParaRPr dirty="0">
              <a:solidFill>
                <a:srgbClr val="FF0000"/>
              </a:solidFill>
              <a:latin typeface="Papyrus" panose="03070502060502030205" pitchFamily="66" charset="0"/>
            </a:endParaRPr>
          </a:p>
        </p:txBody>
      </p:sp>
      <p:pic>
        <p:nvPicPr>
          <p:cNvPr id="2993" name="Google Shape;2993;p39"/>
          <p:cNvPicPr preferRelativeResize="0"/>
          <p:nvPr/>
        </p:nvPicPr>
        <p:blipFill>
          <a:blip r:embed="rId3">
            <a:alphaModFix/>
          </a:blip>
          <a:stretch>
            <a:fillRect/>
          </a:stretch>
        </p:blipFill>
        <p:spPr>
          <a:xfrm rot="690840" flipH="1">
            <a:off x="8286183" y="5688429"/>
            <a:ext cx="4110448" cy="975360"/>
          </a:xfrm>
          <a:prstGeom prst="rect">
            <a:avLst/>
          </a:prstGeom>
          <a:noFill/>
          <a:ln>
            <a:noFill/>
          </a:ln>
        </p:spPr>
      </p:pic>
      <p:pic>
        <p:nvPicPr>
          <p:cNvPr id="2994" name="Google Shape;2994;p39"/>
          <p:cNvPicPr preferRelativeResize="0"/>
          <p:nvPr/>
        </p:nvPicPr>
        <p:blipFill>
          <a:blip r:embed="rId4">
            <a:alphaModFix/>
          </a:blip>
          <a:stretch>
            <a:fillRect/>
          </a:stretch>
        </p:blipFill>
        <p:spPr>
          <a:xfrm flipH="1">
            <a:off x="9475817" y="1336931"/>
            <a:ext cx="1340460" cy="1569236"/>
          </a:xfrm>
          <a:prstGeom prst="rect">
            <a:avLst/>
          </a:prstGeom>
          <a:noFill/>
          <a:ln>
            <a:noFill/>
          </a:ln>
        </p:spPr>
      </p:pic>
      <p:pic>
        <p:nvPicPr>
          <p:cNvPr id="2995" name="Google Shape;2995;p39"/>
          <p:cNvPicPr preferRelativeResize="0"/>
          <p:nvPr/>
        </p:nvPicPr>
        <p:blipFill>
          <a:blip r:embed="rId5">
            <a:alphaModFix/>
          </a:blip>
          <a:stretch>
            <a:fillRect/>
          </a:stretch>
        </p:blipFill>
        <p:spPr>
          <a:xfrm rot="-504354">
            <a:off x="780842" y="150067"/>
            <a:ext cx="1896964" cy="2560319"/>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92"/>
                                        </p:tgtEl>
                                        <p:attrNameLst>
                                          <p:attrName>style.visibility</p:attrName>
                                        </p:attrNameLst>
                                      </p:cBhvr>
                                      <p:to>
                                        <p:strVal val="visible"/>
                                      </p:to>
                                    </p:set>
                                    <p:anim calcmode="lin" valueType="num">
                                      <p:cBhvr additive="base">
                                        <p:cTn id="7" dur="500" fill="hold"/>
                                        <p:tgtEl>
                                          <p:spTgt spid="2992"/>
                                        </p:tgtEl>
                                        <p:attrNameLst>
                                          <p:attrName>ppt_x</p:attrName>
                                        </p:attrNameLst>
                                      </p:cBhvr>
                                      <p:tavLst>
                                        <p:tav tm="0">
                                          <p:val>
                                            <p:strVal val="#ppt_x"/>
                                          </p:val>
                                        </p:tav>
                                        <p:tav tm="100000">
                                          <p:val>
                                            <p:strVal val="#ppt_x"/>
                                          </p:val>
                                        </p:tav>
                                      </p:tavLst>
                                    </p:anim>
                                    <p:anim calcmode="lin" valueType="num">
                                      <p:cBhvr additive="base">
                                        <p:cTn id="8" dur="500" fill="hold"/>
                                        <p:tgtEl>
                                          <p:spTgt spid="299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2990"/>
                                        </p:tgtEl>
                                        <p:attrNameLst>
                                          <p:attrName>style.visibility</p:attrName>
                                        </p:attrNameLst>
                                      </p:cBhvr>
                                      <p:to>
                                        <p:strVal val="visible"/>
                                      </p:to>
                                    </p:set>
                                    <p:animEffect transition="in" filter="fade">
                                      <p:cBhvr>
                                        <p:cTn id="13" dur="1000"/>
                                        <p:tgtEl>
                                          <p:spTgt spid="2990"/>
                                        </p:tgtEl>
                                      </p:cBhvr>
                                    </p:animEffect>
                                    <p:anim calcmode="lin" valueType="num">
                                      <p:cBhvr>
                                        <p:cTn id="14" dur="1000" fill="hold"/>
                                        <p:tgtEl>
                                          <p:spTgt spid="2990"/>
                                        </p:tgtEl>
                                        <p:attrNameLst>
                                          <p:attrName>ppt_x</p:attrName>
                                        </p:attrNameLst>
                                      </p:cBhvr>
                                      <p:tavLst>
                                        <p:tav tm="0">
                                          <p:val>
                                            <p:strVal val="#ppt_x"/>
                                          </p:val>
                                        </p:tav>
                                        <p:tav tm="100000">
                                          <p:val>
                                            <p:strVal val="#ppt_x"/>
                                          </p:val>
                                        </p:tav>
                                      </p:tavLst>
                                    </p:anim>
                                    <p:anim calcmode="lin" valueType="num">
                                      <p:cBhvr>
                                        <p:cTn id="15" dur="1000" fill="hold"/>
                                        <p:tgtEl>
                                          <p:spTgt spid="299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90" grpId="0"/>
      <p:bldP spid="2992"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2999"/>
        <p:cNvGrpSpPr/>
        <p:nvPr/>
      </p:nvGrpSpPr>
      <p:grpSpPr>
        <a:xfrm>
          <a:off x="0" y="0"/>
          <a:ext cx="0" cy="0"/>
          <a:chOff x="0" y="0"/>
          <a:chExt cx="0" cy="0"/>
        </a:xfrm>
      </p:grpSpPr>
      <p:sp>
        <p:nvSpPr>
          <p:cNvPr id="3000" name="Google Shape;3000;p40"/>
          <p:cNvSpPr txBox="1">
            <a:spLocks noGrp="1"/>
          </p:cNvSpPr>
          <p:nvPr>
            <p:ph type="title"/>
          </p:nvPr>
        </p:nvSpPr>
        <p:spPr>
          <a:xfrm>
            <a:off x="0" y="442194"/>
            <a:ext cx="10272000" cy="853600"/>
          </a:xfrm>
          <a:prstGeom prst="rect">
            <a:avLst/>
          </a:prstGeom>
        </p:spPr>
        <p:txBody>
          <a:bodyPr spcFirstLastPara="1" vert="horz" wrap="square" lIns="121900" tIns="121900" rIns="121900" bIns="121900" rtlCol="0" anchor="t" anchorCtr="0">
            <a:noAutofit/>
          </a:bodyPr>
          <a:lstStyle/>
          <a:p>
            <a:pPr lvl="0"/>
            <a:r>
              <a:rPr lang="en-IN" dirty="0">
                <a:solidFill>
                  <a:srgbClr val="FF0000"/>
                </a:solidFill>
                <a:latin typeface="Segoe Print" panose="02000600000000000000" pitchFamily="2" charset="0"/>
              </a:rPr>
              <a:t>Theorem Statement</a:t>
            </a:r>
            <a:endParaRPr dirty="0">
              <a:solidFill>
                <a:srgbClr val="FF0000"/>
              </a:solidFill>
              <a:latin typeface="Segoe Print" panose="02000600000000000000" pitchFamily="2" charset="0"/>
            </a:endParaRPr>
          </a:p>
        </p:txBody>
      </p:sp>
      <mc:AlternateContent xmlns:mc="http://schemas.openxmlformats.org/markup-compatibility/2006" xmlns:a14="http://schemas.microsoft.com/office/drawing/2010/main">
        <mc:Choice Requires="a14">
          <p:sp>
            <p:nvSpPr>
              <p:cNvPr id="3001" name="Google Shape;3001;p40"/>
              <p:cNvSpPr txBox="1">
                <a:spLocks noGrp="1"/>
              </p:cNvSpPr>
              <p:nvPr>
                <p:ph type="subTitle" idx="1"/>
              </p:nvPr>
            </p:nvSpPr>
            <p:spPr>
              <a:xfrm>
                <a:off x="234333" y="1295794"/>
                <a:ext cx="11114587" cy="1185433"/>
              </a:xfrm>
              <a:prstGeom prst="rect">
                <a:avLst/>
              </a:prstGeom>
            </p:spPr>
            <p:txBody>
              <a:bodyPr spcFirstLastPara="1" vert="horz" wrap="square" lIns="121900" tIns="121900" rIns="121900" bIns="121900" rtlCol="0" anchor="t" anchorCtr="0">
                <a:noAutofit/>
              </a:bodyPr>
              <a:lstStyle/>
              <a:p>
                <a:pPr marL="0" indent="0"/>
                <a:r>
                  <a:rPr lang="en-IN" dirty="0">
                    <a:latin typeface="Segoe Print" panose="02000600000000000000" pitchFamily="2" charset="0"/>
                  </a:rPr>
                  <a:t>"Let </a:t>
                </a:r>
                <a14:m>
                  <m:oMath xmlns:m="http://schemas.openxmlformats.org/officeDocument/2006/math">
                    <m:r>
                      <a:rPr lang="en-IN" i="1">
                        <a:latin typeface="+mj-lt"/>
                      </a:rPr>
                      <m:t>𝑓</m:t>
                    </m:r>
                    <m:d>
                      <m:dPr>
                        <m:ctrlPr>
                          <a:rPr lang="en-IN" i="1">
                            <a:latin typeface="+mj-lt"/>
                          </a:rPr>
                        </m:ctrlPr>
                      </m:dPr>
                      <m:e>
                        <m:r>
                          <a:rPr lang="en-IN" i="1">
                            <a:latin typeface="+mj-lt"/>
                          </a:rPr>
                          <m:t>𝑥</m:t>
                        </m:r>
                      </m:e>
                    </m:d>
                  </m:oMath>
                </a14:m>
                <a:r>
                  <a:rPr lang="en-IN" dirty="0">
                    <a:latin typeface="Segoe Print" panose="02000600000000000000" pitchFamily="2" charset="0"/>
                  </a:rPr>
                  <a:t>be a continuous function defined on </a:t>
                </a:r>
                <a14:m>
                  <m:oMath xmlns:m="http://schemas.openxmlformats.org/officeDocument/2006/math">
                    <m:d>
                      <m:dPr>
                        <m:begChr m:val="["/>
                        <m:endChr m:val="]"/>
                        <m:ctrlPr>
                          <a:rPr lang="en-IN" i="1">
                            <a:latin typeface="+mj-lt"/>
                          </a:rPr>
                        </m:ctrlPr>
                      </m:dPr>
                      <m:e>
                        <m:r>
                          <a:rPr lang="en-IN" i="1">
                            <a:latin typeface="+mj-lt"/>
                          </a:rPr>
                          <m:t>𝑎</m:t>
                        </m:r>
                        <m:r>
                          <a:rPr lang="en-IN">
                            <a:latin typeface="+mj-lt"/>
                          </a:rPr>
                          <m:t>,</m:t>
                        </m:r>
                        <m:r>
                          <a:rPr lang="en-IN" i="1">
                            <a:latin typeface="+mj-lt"/>
                          </a:rPr>
                          <m:t>𝑏</m:t>
                        </m:r>
                      </m:e>
                    </m:d>
                  </m:oMath>
                </a14:m>
                <a:r>
                  <a:rPr lang="en-IN" dirty="0">
                    <a:latin typeface="Segoe Print" panose="02000600000000000000" pitchFamily="2" charset="0"/>
                  </a:rPr>
                  <a:t>. The area bounded by the curve </a:t>
                </a:r>
                <a14:m>
                  <m:oMath xmlns:m="http://schemas.openxmlformats.org/officeDocument/2006/math">
                    <m:r>
                      <a:rPr lang="en-IN" i="1">
                        <a:latin typeface="+mj-lt"/>
                      </a:rPr>
                      <m:t>𝑦</m:t>
                    </m:r>
                    <m:r>
                      <a:rPr lang="en-IN">
                        <a:latin typeface="+mj-lt"/>
                      </a:rPr>
                      <m:t>=</m:t>
                    </m:r>
                    <m:r>
                      <a:rPr lang="en-IN" i="1">
                        <a:latin typeface="+mj-lt"/>
                      </a:rPr>
                      <m:t>𝑓</m:t>
                    </m:r>
                    <m:d>
                      <m:dPr>
                        <m:ctrlPr>
                          <a:rPr lang="en-IN" i="1">
                            <a:latin typeface="+mj-lt"/>
                          </a:rPr>
                        </m:ctrlPr>
                      </m:dPr>
                      <m:e>
                        <m:r>
                          <a:rPr lang="en-IN" i="1">
                            <a:latin typeface="+mj-lt"/>
                          </a:rPr>
                          <m:t>𝑥</m:t>
                        </m:r>
                      </m:e>
                    </m:d>
                  </m:oMath>
                </a14:m>
                <a:r>
                  <a:rPr lang="en-IN" dirty="0">
                    <a:latin typeface="Segoe Print" panose="02000600000000000000" pitchFamily="2" charset="0"/>
                  </a:rPr>
                  <a:t>, the </a:t>
                </a:r>
                <a14:m>
                  <m:oMath xmlns:m="http://schemas.openxmlformats.org/officeDocument/2006/math">
                    <m:r>
                      <a:rPr lang="en-IN" i="1">
                        <a:latin typeface="+mj-lt"/>
                      </a:rPr>
                      <m:t>𝑥</m:t>
                    </m:r>
                  </m:oMath>
                </a14:m>
                <a:r>
                  <a:rPr lang="en-IN" dirty="0">
                    <a:latin typeface="Segoe Print" panose="02000600000000000000" pitchFamily="2" charset="0"/>
                  </a:rPr>
                  <a:t>-axis, and the ordinates </a:t>
                </a:r>
                <a14:m>
                  <m:oMath xmlns:m="http://schemas.openxmlformats.org/officeDocument/2006/math">
                    <m:r>
                      <a:rPr lang="en-IN" i="1">
                        <a:latin typeface="+mj-lt"/>
                      </a:rPr>
                      <m:t>𝑥</m:t>
                    </m:r>
                    <m:r>
                      <a:rPr lang="en-IN">
                        <a:latin typeface="+mj-lt"/>
                      </a:rPr>
                      <m:t>=</m:t>
                    </m:r>
                    <m:r>
                      <a:rPr lang="en-IN" i="1">
                        <a:latin typeface="+mj-lt"/>
                      </a:rPr>
                      <m:t>𝑎</m:t>
                    </m:r>
                    <m:r>
                      <a:rPr lang="en-IN" b="0" i="1" smtClean="0">
                        <a:latin typeface="+mj-lt"/>
                      </a:rPr>
                      <m:t> </m:t>
                    </m:r>
                  </m:oMath>
                </a14:m>
                <a:r>
                  <a:rPr lang="en-IN" dirty="0">
                    <a:latin typeface="Segoe Print" panose="02000600000000000000" pitchFamily="2" charset="0"/>
                  </a:rPr>
                  <a:t>and </a:t>
                </a:r>
                <a14:m>
                  <m:oMath xmlns:m="http://schemas.openxmlformats.org/officeDocument/2006/math">
                    <m:r>
                      <a:rPr lang="en-IN" i="1">
                        <a:latin typeface="+mj-lt"/>
                      </a:rPr>
                      <m:t>𝑥</m:t>
                    </m:r>
                    <m:r>
                      <a:rPr lang="en-IN">
                        <a:latin typeface="+mj-lt"/>
                      </a:rPr>
                      <m:t>=</m:t>
                    </m:r>
                    <m:r>
                      <a:rPr lang="en-IN" i="1">
                        <a:latin typeface="+mj-lt"/>
                      </a:rPr>
                      <m:t>𝑏</m:t>
                    </m:r>
                    <m:r>
                      <a:rPr lang="en-IN" b="0" i="1" smtClean="0">
                        <a:latin typeface="+mj-lt"/>
                      </a:rPr>
                      <m:t>  </m:t>
                    </m:r>
                  </m:oMath>
                </a14:m>
                <a:r>
                  <a:rPr lang="en-IN" dirty="0">
                    <a:latin typeface="Segoe Print" panose="02000600000000000000" pitchFamily="2" charset="0"/>
                  </a:rPr>
                  <a:t>is given by definite integration."</a:t>
                </a:r>
                <a:endParaRPr dirty="0">
                  <a:latin typeface="Segoe Print" panose="02000600000000000000" pitchFamily="2" charset="0"/>
                </a:endParaRPr>
              </a:p>
            </p:txBody>
          </p:sp>
        </mc:Choice>
        <mc:Fallback xmlns="">
          <p:sp>
            <p:nvSpPr>
              <p:cNvPr id="3001" name="Google Shape;3001;p40"/>
              <p:cNvSpPr txBox="1">
                <a:spLocks noGrp="1" noRot="1" noChangeAspect="1" noMove="1" noResize="1" noEditPoints="1" noAdjustHandles="1" noChangeArrowheads="1" noChangeShapeType="1" noTextEdit="1"/>
              </p:cNvSpPr>
              <p:nvPr>
                <p:ph type="subTitle" idx="1"/>
              </p:nvPr>
            </p:nvSpPr>
            <p:spPr>
              <a:xfrm>
                <a:off x="234333" y="1295794"/>
                <a:ext cx="11114587" cy="1185433"/>
              </a:xfrm>
              <a:prstGeom prst="rect">
                <a:avLst/>
              </a:prstGeom>
              <a:blipFill>
                <a:blip r:embed="rId3"/>
                <a:stretch>
                  <a:fillRect l="-822" t="-1031" r="-932" b="-2732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Subtitle 3">
                <a:extLst>
                  <a:ext uri="{FF2B5EF4-FFF2-40B4-BE49-F238E27FC236}">
                    <a16:creationId xmlns:a16="http://schemas.microsoft.com/office/drawing/2014/main" id="{56E06692-C1AA-90A2-8EFB-E973BFABED36}"/>
                  </a:ext>
                </a:extLst>
              </p:cNvPr>
              <p:cNvSpPr txBox="1">
                <a:spLocks noGrp="1"/>
              </p:cNvSpPr>
              <p:nvPr>
                <p:ph type="subTitle" idx="2"/>
              </p:nvPr>
            </p:nvSpPr>
            <p:spPr>
              <a:xfrm>
                <a:off x="2926805" y="3913306"/>
                <a:ext cx="6853860" cy="1648900"/>
              </a:xfrm>
              <a:custGeom>
                <a:avLst/>
                <a:gdLst>
                  <a:gd name="csX0" fmla="*/ 397240 w 6853860"/>
                  <a:gd name="csY0" fmla="*/ 0 h 1363053"/>
                  <a:gd name="csX1" fmla="*/ 6853860 w 6853860"/>
                  <a:gd name="csY1" fmla="*/ 0 h 1363053"/>
                  <a:gd name="csX2" fmla="*/ 6853860 w 6853860"/>
                  <a:gd name="csY2" fmla="*/ 1363053 h 1363053"/>
                  <a:gd name="csX3" fmla="*/ 0 w 6853860"/>
                  <a:gd name="csY3" fmla="*/ 1363053 h 1363053"/>
                  <a:gd name="csX4" fmla="*/ 0 w 6853860"/>
                  <a:gd name="csY4" fmla="*/ 397236 h 1363053"/>
                  <a:gd name="csX5" fmla="*/ 31216 w 6853860"/>
                  <a:gd name="csY5" fmla="*/ 242617 h 1363053"/>
                  <a:gd name="csX6" fmla="*/ 397240 w 6853860"/>
                  <a:gd name="csY6" fmla="*/ 0 h 136305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853860" h="1363053">
                    <a:moveTo>
                      <a:pt x="397240" y="0"/>
                    </a:moveTo>
                    <a:lnTo>
                      <a:pt x="6853860" y="0"/>
                    </a:lnTo>
                    <a:lnTo>
                      <a:pt x="6853860" y="1363053"/>
                    </a:lnTo>
                    <a:lnTo>
                      <a:pt x="0" y="1363053"/>
                    </a:lnTo>
                    <a:lnTo>
                      <a:pt x="0" y="397236"/>
                    </a:lnTo>
                    <a:lnTo>
                      <a:pt x="31216" y="242617"/>
                    </a:lnTo>
                    <a:cubicBezTo>
                      <a:pt x="91521" y="100041"/>
                      <a:pt x="232698" y="0"/>
                      <a:pt x="397240" y="0"/>
                    </a:cubicBezTo>
                    <a:close/>
                  </a:path>
                </a:pathLst>
              </a:custGeom>
              <a:solidFill>
                <a:schemeClr val="accent2">
                  <a:lumMod val="20000"/>
                  <a:lumOff val="80000"/>
                  <a:alpha val="70000"/>
                </a:schemeClr>
              </a:solidFill>
            </p:spPr>
            <p:txBody>
              <a:bodyPr spcFirstLastPara="1" vert="horz" wrap="square" lIns="121900" tIns="121900" rIns="121900" bIns="121900" rtlCol="0" anchor="t" anchorCtr="0">
                <a:noAutofit/>
              </a:bodyPr>
              <a:lstStyle/>
              <a:p>
                <a:pPr/>
                <a14:m>
                  <m:oMathPara xmlns:m="http://schemas.openxmlformats.org/officeDocument/2006/math">
                    <m:oMath>
                      <m:r>
                        <m:rPr>
                          <m:nor/>
                        </m:rPr>
                        <a:rPr lang="en-IN" sz="3200" b="1" i="0">
                          <a:latin typeface="Segoe Print" panose="02000600000000000000" pitchFamily="2" charset="0"/>
                        </a:rPr>
                        <m:t>Area </m:t>
                      </m:r>
                      <m:d>
                        <m:dPr>
                          <m:ctrlPr>
                            <a:rPr lang="en-IN" sz="3200" b="1" i="1">
                              <a:latin typeface="+mj-lt"/>
                            </a:rPr>
                          </m:ctrlPr>
                        </m:dPr>
                        <m:e>
                          <m:r>
                            <a:rPr lang="en-IN" sz="3200" b="1" i="1">
                              <a:latin typeface="+mj-lt"/>
                            </a:rPr>
                            <m:t>𝑨</m:t>
                          </m:r>
                        </m:e>
                      </m:d>
                      <m:r>
                        <a:rPr lang="en-IN" sz="3200" b="1">
                          <a:latin typeface="+mj-lt"/>
                        </a:rPr>
                        <m:t>=</m:t>
                      </m:r>
                      <m:nary>
                        <m:naryPr>
                          <m:limLoc m:val="subSup"/>
                          <m:ctrlPr>
                            <a:rPr lang="en-IN" sz="3200" b="1" i="1">
                              <a:latin typeface="+mj-lt"/>
                            </a:rPr>
                          </m:ctrlPr>
                        </m:naryPr>
                        <m:sub>
                          <m:r>
                            <a:rPr lang="en-IN" sz="3200" b="1" i="1">
                              <a:latin typeface="+mj-lt"/>
                            </a:rPr>
                            <m:t>𝒂</m:t>
                          </m:r>
                        </m:sub>
                        <m:sup>
                          <m:r>
                            <a:rPr lang="en-IN" sz="3200" b="1" i="1">
                              <a:latin typeface="+mj-lt"/>
                            </a:rPr>
                            <m:t>𝒃</m:t>
                          </m:r>
                        </m:sup>
                        <m:e>
                          <m:r>
                            <a:rPr lang="en-IN" sz="3200" b="1" i="1">
                              <a:latin typeface="+mj-lt"/>
                            </a:rPr>
                            <m:t>𝒇</m:t>
                          </m:r>
                        </m:e>
                      </m:nary>
                      <m:d>
                        <m:dPr>
                          <m:ctrlPr>
                            <a:rPr lang="en-IN" sz="3200" b="1" i="1">
                              <a:latin typeface="+mj-lt"/>
                            </a:rPr>
                          </m:ctrlPr>
                        </m:dPr>
                        <m:e>
                          <m:r>
                            <a:rPr lang="en-IN" sz="3200" b="1" i="1">
                              <a:latin typeface="+mj-lt"/>
                            </a:rPr>
                            <m:t>𝒙</m:t>
                          </m:r>
                        </m:e>
                      </m:d>
                      <m:r>
                        <a:rPr lang="en-IN" sz="3200" b="1">
                          <a:latin typeface="+mj-lt"/>
                        </a:rPr>
                        <m:t> </m:t>
                      </m:r>
                      <m:r>
                        <a:rPr lang="en-IN" sz="3200" b="1" i="1">
                          <a:latin typeface="+mj-lt"/>
                        </a:rPr>
                        <m:t>𝒅𝒙</m:t>
                      </m:r>
                      <m:r>
                        <a:rPr lang="en-IN" sz="3200" b="1">
                          <a:latin typeface="+mj-lt"/>
                        </a:rPr>
                        <m:t> </m:t>
                      </m:r>
                      <m:r>
                        <m:rPr>
                          <m:nor/>
                        </m:rPr>
                        <a:rPr lang="en-IN" sz="3200" b="1" i="0">
                          <a:latin typeface="Segoe Print" panose="02000600000000000000" pitchFamily="2" charset="0"/>
                        </a:rPr>
                        <m:t>or</m:t>
                      </m:r>
                      <m:r>
                        <a:rPr lang="en-IN" sz="3200" b="1">
                          <a:latin typeface="+mj-lt"/>
                        </a:rPr>
                        <m:t> </m:t>
                      </m:r>
                      <m:nary>
                        <m:naryPr>
                          <m:limLoc m:val="subSup"/>
                          <m:ctrlPr>
                            <a:rPr lang="en-IN" sz="3200" b="1" i="1">
                              <a:latin typeface="+mj-lt"/>
                            </a:rPr>
                          </m:ctrlPr>
                        </m:naryPr>
                        <m:sub>
                          <m:r>
                            <a:rPr lang="en-IN" sz="3200" b="1" i="1">
                              <a:latin typeface="+mj-lt"/>
                            </a:rPr>
                            <m:t>𝒂</m:t>
                          </m:r>
                        </m:sub>
                        <m:sup>
                          <m:r>
                            <a:rPr lang="en-IN" sz="3200" b="1" i="1">
                              <a:latin typeface="+mj-lt"/>
                            </a:rPr>
                            <m:t>𝒃</m:t>
                          </m:r>
                        </m:sup>
                        <m:e>
                          <m:r>
                            <a:rPr lang="en-IN" sz="3200" b="1" i="1">
                              <a:latin typeface="+mj-lt"/>
                            </a:rPr>
                            <m:t>𝒚</m:t>
                          </m:r>
                        </m:e>
                      </m:nary>
                      <m:r>
                        <a:rPr lang="en-IN" sz="3200" b="1">
                          <a:latin typeface="+mj-lt"/>
                        </a:rPr>
                        <m:t> </m:t>
                      </m:r>
                      <m:r>
                        <a:rPr lang="en-IN" sz="3200" b="1" i="1">
                          <a:latin typeface="+mj-lt"/>
                        </a:rPr>
                        <m:t>𝒅𝒙</m:t>
                      </m:r>
                    </m:oMath>
                  </m:oMathPara>
                </a14:m>
                <a:endParaRPr lang="en-IN" sz="3200" b="1" dirty="0">
                  <a:latin typeface="Segoe Print" panose="02000600000000000000" pitchFamily="2" charset="0"/>
                </a:endParaRPr>
              </a:p>
            </p:txBody>
          </p:sp>
        </mc:Choice>
        <mc:Fallback xmlns="">
          <p:sp>
            <p:nvSpPr>
              <p:cNvPr id="4" name="TextBox 3">
                <a:extLst>
                  <a:ext uri="{FF2B5EF4-FFF2-40B4-BE49-F238E27FC236}">
                    <a16:creationId xmlns:a16="http://schemas.microsoft.com/office/drawing/2014/main" id="{56E06692-C1AA-90A2-8EFB-E973BFABED36}"/>
                  </a:ext>
                </a:extLst>
              </p:cNvPr>
              <p:cNvSpPr txBox="1">
                <a:spLocks noGrp="1" noRot="1" noChangeAspect="1" noMove="1" noResize="1" noEditPoints="1" noAdjustHandles="1" noChangeArrowheads="1" noChangeShapeType="1" noTextEdit="1"/>
              </p:cNvSpPr>
              <p:nvPr>
                <p:ph type="subTitle" idx="2"/>
              </p:nvPr>
            </p:nvSpPr>
            <p:spPr>
              <a:xfrm>
                <a:off x="2926805" y="3913306"/>
                <a:ext cx="6853860" cy="1648900"/>
              </a:xfrm>
              <a:custGeom>
                <a:avLst/>
                <a:gdLst>
                  <a:gd name="csX0" fmla="*/ 397240 w 6853860"/>
                  <a:gd name="csY0" fmla="*/ 0 h 1363053"/>
                  <a:gd name="csX1" fmla="*/ 6853860 w 6853860"/>
                  <a:gd name="csY1" fmla="*/ 0 h 1363053"/>
                  <a:gd name="csX2" fmla="*/ 6853860 w 6853860"/>
                  <a:gd name="csY2" fmla="*/ 1363053 h 1363053"/>
                  <a:gd name="csX3" fmla="*/ 0 w 6853860"/>
                  <a:gd name="csY3" fmla="*/ 1363053 h 1363053"/>
                  <a:gd name="csX4" fmla="*/ 0 w 6853860"/>
                  <a:gd name="csY4" fmla="*/ 397236 h 1363053"/>
                  <a:gd name="csX5" fmla="*/ 31216 w 6853860"/>
                  <a:gd name="csY5" fmla="*/ 242617 h 1363053"/>
                  <a:gd name="csX6" fmla="*/ 397240 w 6853860"/>
                  <a:gd name="csY6" fmla="*/ 0 h 136305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853860" h="1363053">
                    <a:moveTo>
                      <a:pt x="397240" y="0"/>
                    </a:moveTo>
                    <a:lnTo>
                      <a:pt x="6853860" y="0"/>
                    </a:lnTo>
                    <a:lnTo>
                      <a:pt x="6853860" y="1363053"/>
                    </a:lnTo>
                    <a:lnTo>
                      <a:pt x="0" y="1363053"/>
                    </a:lnTo>
                    <a:lnTo>
                      <a:pt x="0" y="397236"/>
                    </a:lnTo>
                    <a:lnTo>
                      <a:pt x="31216" y="242617"/>
                    </a:lnTo>
                    <a:cubicBezTo>
                      <a:pt x="91521" y="100041"/>
                      <a:pt x="232698" y="0"/>
                      <a:pt x="397240" y="0"/>
                    </a:cubicBezTo>
                    <a:close/>
                  </a:path>
                </a:pathLst>
              </a:custGeom>
              <a:blipFill>
                <a:blip r:embed="rId4"/>
                <a:stretch>
                  <a:fillRect/>
                </a:stretch>
              </a:blipFill>
            </p:spPr>
            <p:txBody>
              <a:bodyPr/>
              <a:lstStyle/>
              <a:p>
                <a:r>
                  <a:rPr lang="en-IN">
                    <a:noFill/>
                  </a:rPr>
                  <a:t> </a:t>
                </a:r>
              </a:p>
            </p:txBody>
          </p:sp>
        </mc:Fallback>
      </mc:AlternateContent>
      <p:pic>
        <p:nvPicPr>
          <p:cNvPr id="3003" name="Google Shape;3003;p40"/>
          <p:cNvPicPr preferRelativeResize="0"/>
          <p:nvPr/>
        </p:nvPicPr>
        <p:blipFill>
          <a:blip r:embed="rId5">
            <a:alphaModFix/>
          </a:blip>
          <a:stretch>
            <a:fillRect/>
          </a:stretch>
        </p:blipFill>
        <p:spPr>
          <a:xfrm>
            <a:off x="234333" y="5498731"/>
            <a:ext cx="2296160" cy="1219200"/>
          </a:xfrm>
          <a:prstGeom prst="rect">
            <a:avLst/>
          </a:prstGeom>
          <a:noFill/>
          <a:ln>
            <a:noFill/>
          </a:ln>
        </p:spPr>
      </p:pic>
      <p:sp>
        <p:nvSpPr>
          <p:cNvPr id="2" name="TextBox 1">
            <a:extLst>
              <a:ext uri="{FF2B5EF4-FFF2-40B4-BE49-F238E27FC236}">
                <a16:creationId xmlns:a16="http://schemas.microsoft.com/office/drawing/2014/main" id="{6140E1B6-8DBE-F204-FB08-9882889763C7}"/>
              </a:ext>
            </a:extLst>
          </p:cNvPr>
          <p:cNvSpPr txBox="1"/>
          <p:nvPr/>
        </p:nvSpPr>
        <p:spPr>
          <a:xfrm>
            <a:off x="127991" y="2847394"/>
            <a:ext cx="5250155" cy="502766"/>
          </a:xfrm>
          <a:prstGeom prst="rect">
            <a:avLst/>
          </a:prstGeom>
          <a:noFill/>
        </p:spPr>
        <p:txBody>
          <a:bodyPr wrap="none" rtlCol="0">
            <a:spAutoFit/>
          </a:bodyPr>
          <a:lstStyle/>
          <a:p>
            <a:r>
              <a:rPr lang="en-IN" sz="2667" b="1" dirty="0">
                <a:solidFill>
                  <a:srgbClr val="00B0F0"/>
                </a:solidFill>
                <a:latin typeface="Segoe Print" panose="02000600000000000000" pitchFamily="2" charset="0"/>
              </a:rPr>
              <a:t>Mathematical Representation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000"/>
                                        </p:tgtEl>
                                        <p:attrNameLst>
                                          <p:attrName>style.visibility</p:attrName>
                                        </p:attrNameLst>
                                      </p:cBhvr>
                                      <p:to>
                                        <p:strVal val="visible"/>
                                      </p:to>
                                    </p:set>
                                    <p:animEffect transition="in" filter="barn(inVertical)">
                                      <p:cBhvr>
                                        <p:cTn id="7" dur="1750"/>
                                        <p:tgtEl>
                                          <p:spTgt spid="3000"/>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001">
                                            <p:txEl>
                                              <p:pRg st="0" end="0"/>
                                            </p:txEl>
                                          </p:spTgt>
                                        </p:tgtEl>
                                        <p:attrNameLst>
                                          <p:attrName>style.visibility</p:attrName>
                                        </p:attrNameLst>
                                      </p:cBhvr>
                                      <p:to>
                                        <p:strVal val="visible"/>
                                      </p:to>
                                    </p:set>
                                    <p:animEffect transition="in" filter="fade">
                                      <p:cBhvr>
                                        <p:cTn id="12" dur="1000"/>
                                        <p:tgtEl>
                                          <p:spTgt spid="3001">
                                            <p:txEl>
                                              <p:pRg st="0" end="0"/>
                                            </p:txEl>
                                          </p:spTgt>
                                        </p:tgtEl>
                                      </p:cBhvr>
                                    </p:animEffect>
                                    <p:anim calcmode="lin" valueType="num">
                                      <p:cBhvr>
                                        <p:cTn id="13" dur="1000" fill="hold"/>
                                        <p:tgtEl>
                                          <p:spTgt spid="3001">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00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anim calcmode="lin" valueType="num">
                                      <p:cBhvr>
                                        <p:cTn id="20" dur="1000" fill="hold"/>
                                        <p:tgtEl>
                                          <p:spTgt spid="2"/>
                                        </p:tgtEl>
                                        <p:attrNameLst>
                                          <p:attrName>ppt_x</p:attrName>
                                        </p:attrNameLst>
                                      </p:cBhvr>
                                      <p:tavLst>
                                        <p:tav tm="0">
                                          <p:val>
                                            <p:strVal val="#ppt_x"/>
                                          </p:val>
                                        </p:tav>
                                        <p:tav tm="100000">
                                          <p:val>
                                            <p:strVal val="#ppt_x"/>
                                          </p:val>
                                        </p:tav>
                                      </p:tavLst>
                                    </p:anim>
                                    <p:anim calcmode="lin" valueType="num">
                                      <p:cBhvr>
                                        <p:cTn id="21"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4">
                                            <p:bg/>
                                          </p:spTgt>
                                        </p:tgtEl>
                                        <p:attrNameLst>
                                          <p:attrName>style.visibility</p:attrName>
                                        </p:attrNameLst>
                                      </p:cBhvr>
                                      <p:to>
                                        <p:strVal val="visible"/>
                                      </p:to>
                                    </p:set>
                                    <p:animEffect transition="in" filter="fade">
                                      <p:cBhvr>
                                        <p:cTn id="26" dur="1000"/>
                                        <p:tgtEl>
                                          <p:spTgt spid="4">
                                            <p:bg/>
                                          </p:spTgt>
                                        </p:tgtEl>
                                      </p:cBhvr>
                                    </p:animEffect>
                                    <p:anim calcmode="lin" valueType="num">
                                      <p:cBhvr>
                                        <p:cTn id="27" dur="1000" fill="hold"/>
                                        <p:tgtEl>
                                          <p:spTgt spid="4">
                                            <p:bg/>
                                          </p:spTgt>
                                        </p:tgtEl>
                                        <p:attrNameLst>
                                          <p:attrName>ppt_x</p:attrName>
                                        </p:attrNameLst>
                                      </p:cBhvr>
                                      <p:tavLst>
                                        <p:tav tm="0">
                                          <p:val>
                                            <p:strVal val="#ppt_x"/>
                                          </p:val>
                                        </p:tav>
                                        <p:tav tm="100000">
                                          <p:val>
                                            <p:strVal val="#ppt_x"/>
                                          </p:val>
                                        </p:tav>
                                      </p:tavLst>
                                    </p:anim>
                                    <p:anim calcmode="lin" valueType="num">
                                      <p:cBhvr>
                                        <p:cTn id="28" dur="1000" fill="hold"/>
                                        <p:tgtEl>
                                          <p:spTgt spid="4">
                                            <p:bg/>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4">
                                            <p:txEl>
                                              <p:pRg st="0" end="0"/>
                                            </p:txEl>
                                          </p:spTgt>
                                        </p:tgtEl>
                                        <p:attrNameLst>
                                          <p:attrName>style.visibility</p:attrName>
                                        </p:attrNameLst>
                                      </p:cBhvr>
                                      <p:to>
                                        <p:strVal val="visible"/>
                                      </p:to>
                                    </p:set>
                                    <p:animEffect transition="in" filter="fade">
                                      <p:cBhvr>
                                        <p:cTn id="33" dur="1000"/>
                                        <p:tgtEl>
                                          <p:spTgt spid="4">
                                            <p:txEl>
                                              <p:pRg st="0" end="0"/>
                                            </p:txEl>
                                          </p:spTgt>
                                        </p:tgtEl>
                                      </p:cBhvr>
                                    </p:animEffect>
                                    <p:anim calcmode="lin" valueType="num">
                                      <p:cBhvr>
                                        <p:cTn id="34"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35"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0" grpId="0"/>
      <p:bldP spid="3001" grpId="0" build="p"/>
      <p:bldP spid="4" grpId="0" build="p" animBg="1"/>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3007"/>
        <p:cNvGrpSpPr/>
        <p:nvPr/>
      </p:nvGrpSpPr>
      <p:grpSpPr>
        <a:xfrm>
          <a:off x="0" y="0"/>
          <a:ext cx="0" cy="0"/>
          <a:chOff x="0" y="0"/>
          <a:chExt cx="0" cy="0"/>
        </a:xfrm>
      </p:grpSpPr>
      <p:sp>
        <p:nvSpPr>
          <p:cNvPr id="3008" name="Google Shape;3008;p41"/>
          <p:cNvSpPr txBox="1">
            <a:spLocks noGrp="1"/>
          </p:cNvSpPr>
          <p:nvPr>
            <p:ph type="title"/>
          </p:nvPr>
        </p:nvSpPr>
        <p:spPr>
          <a:xfrm>
            <a:off x="960000" y="929601"/>
            <a:ext cx="4876800" cy="747945"/>
          </a:xfrm>
          <a:prstGeom prst="rect">
            <a:avLst/>
          </a:prstGeom>
        </p:spPr>
        <p:txBody>
          <a:bodyPr spcFirstLastPara="1" vert="horz" wrap="square" lIns="121900" tIns="121900" rIns="121900" bIns="121900" rtlCol="0" anchor="b" anchorCtr="0">
            <a:noAutofit/>
          </a:bodyPr>
          <a:lstStyle/>
          <a:p>
            <a:r>
              <a:rPr lang="en" b="1" dirty="0">
                <a:solidFill>
                  <a:srgbClr val="00B050"/>
                </a:solidFill>
                <a:latin typeface="Segoe Print" panose="02000600000000000000" pitchFamily="2" charset="0"/>
              </a:rPr>
              <a:t>Proof</a:t>
            </a:r>
            <a:br>
              <a:rPr lang="en" dirty="0">
                <a:latin typeface="Segoe Print" panose="02000600000000000000" pitchFamily="2" charset="0"/>
              </a:rPr>
            </a:br>
            <a:endParaRPr dirty="0">
              <a:latin typeface="Segoe Print" panose="02000600000000000000" pitchFamily="2" charset="0"/>
            </a:endParaRPr>
          </a:p>
        </p:txBody>
      </p:sp>
      <p:pic>
        <p:nvPicPr>
          <p:cNvPr id="3" name="Picture 2">
            <a:extLst>
              <a:ext uri="{FF2B5EF4-FFF2-40B4-BE49-F238E27FC236}">
                <a16:creationId xmlns:a16="http://schemas.microsoft.com/office/drawing/2014/main" id="{0B49F0C6-5F7A-0513-C4A9-A7C154E08355}"/>
              </a:ext>
            </a:extLst>
          </p:cNvPr>
          <p:cNvPicPr>
            <a:picLocks noChangeAspect="1"/>
          </p:cNvPicPr>
          <p:nvPr/>
        </p:nvPicPr>
        <p:blipFill>
          <a:blip r:embed="rId3"/>
          <a:srcRect b="2109"/>
          <a:stretch>
            <a:fillRect/>
          </a:stretch>
        </p:blipFill>
        <p:spPr>
          <a:xfrm>
            <a:off x="7333536" y="69613"/>
            <a:ext cx="4434792" cy="2785411"/>
          </a:xfrm>
          <a:prstGeom prst="rect">
            <a:avLst/>
          </a:prstGeom>
        </p:spPr>
      </p:pic>
      <p:sp>
        <p:nvSpPr>
          <p:cNvPr id="9" name="TextBox 8">
            <a:extLst>
              <a:ext uri="{FF2B5EF4-FFF2-40B4-BE49-F238E27FC236}">
                <a16:creationId xmlns:a16="http://schemas.microsoft.com/office/drawing/2014/main" id="{7EFDB4F9-9E77-1079-F37D-90A513E5B3AD}"/>
              </a:ext>
            </a:extLst>
          </p:cNvPr>
          <p:cNvSpPr txBox="1"/>
          <p:nvPr/>
        </p:nvSpPr>
        <p:spPr>
          <a:xfrm>
            <a:off x="268248" y="2406929"/>
            <a:ext cx="6812280" cy="1200329"/>
          </a:xfrm>
          <a:prstGeom prst="rect">
            <a:avLst/>
          </a:prstGeom>
          <a:noFill/>
        </p:spPr>
        <p:txBody>
          <a:bodyPr wrap="square" rtlCol="0">
            <a:spAutoFit/>
          </a:bodyPr>
          <a:lstStyle/>
          <a:p>
            <a:r>
              <a:rPr lang="en-IN" dirty="0"/>
              <a:t>Let A denote the Area BLPA, and let A + AA be the Area BMQA. Then, AA = Area LMQP. Also, Area LMNP = y Ax, and Area LMQR =(y + Ay) Aх. Clearly, Area of rectangle LMNP &lt; Area LMQP ≤ Area of rectangle LMQR</a:t>
            </a:r>
            <a:endParaRPr lang="en-IN" dirty="0">
              <a:latin typeface="Bahnschrift" panose="020B0502040204020203" pitchFamily="34" charset="0"/>
            </a:endParaRPr>
          </a:p>
        </p:txBody>
      </p:sp>
      <p:sp>
        <p:nvSpPr>
          <p:cNvPr id="11" name="TextBox 10">
            <a:extLst>
              <a:ext uri="{FF2B5EF4-FFF2-40B4-BE49-F238E27FC236}">
                <a16:creationId xmlns:a16="http://schemas.microsoft.com/office/drawing/2014/main" id="{BF15D68E-C40B-6080-2492-E9BA302B8F5A}"/>
              </a:ext>
            </a:extLst>
          </p:cNvPr>
          <p:cNvSpPr txBox="1"/>
          <p:nvPr/>
        </p:nvSpPr>
        <p:spPr>
          <a:xfrm>
            <a:off x="344424" y="831429"/>
            <a:ext cx="6812280" cy="1477328"/>
          </a:xfrm>
          <a:prstGeom prst="rect">
            <a:avLst/>
          </a:prstGeom>
          <a:noFill/>
        </p:spPr>
        <p:txBody>
          <a:bodyPr wrap="square" rtlCol="0">
            <a:spAutoFit/>
          </a:bodyPr>
          <a:lstStyle/>
          <a:p>
            <a:r>
              <a:rPr lang="en-IN" dirty="0">
                <a:latin typeface="Bahnschrift" panose="020B0502040204020203" pitchFamily="34" charset="0"/>
              </a:rPr>
              <a:t>Let AD be the curve y =f(x) between the ordinates BA (x = a) and CD (x = b). Then, the required area is the area of region ABCD. Let P(x,y) be any point on the curve and Q(x+ Ax, y + Ay) be a neighbouring point on it. Draw ordinates PL and QM. Then, PL = y, QM =y + Ay and LM = Aх.</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20E4FDC-A022-CD8B-9836-C21B67BAB7FA}"/>
                  </a:ext>
                </a:extLst>
              </p:cNvPr>
              <p:cNvSpPr txBox="1"/>
              <p:nvPr/>
            </p:nvSpPr>
            <p:spPr>
              <a:xfrm>
                <a:off x="-146184" y="3705430"/>
                <a:ext cx="4239648" cy="2754985"/>
              </a:xfrm>
              <a:prstGeom prst="rect">
                <a:avLst/>
              </a:prstGeom>
              <a:noFill/>
            </p:spPr>
            <p:txBody>
              <a:bodyPr wrap="square" rtlCol="0">
                <a:spAutoFit/>
              </a:bodyPr>
              <a:lstStyle/>
              <a:p>
                <a:pPr/>
                <a14:m>
                  <m:oMathPara xmlns:m="http://schemas.openxmlformats.org/officeDocument/2006/math">
                    <m:oMath>
                      <m:r>
                        <a:rPr lang="en-IN">
                          <a:latin typeface="Cambria Math" panose="02040503050406030204" pitchFamily="18" charset="0"/>
                        </a:rPr>
                        <m:t>⇒</m:t>
                      </m:r>
                      <m:r>
                        <a:rPr lang="en-IN" i="1">
                          <a:latin typeface="Cambria Math" panose="02040503050406030204" pitchFamily="18" charset="0"/>
                        </a:rPr>
                        <m:t>𝑦</m:t>
                      </m:r>
                      <m:r>
                        <a:rPr lang="en-IN">
                          <a:latin typeface="Cambria Math" panose="02040503050406030204" pitchFamily="18" charset="0"/>
                        </a:rPr>
                        <m:t> </m:t>
                      </m:r>
                      <m:r>
                        <m:rPr>
                          <m:sty m:val="p"/>
                        </m:rPr>
                        <a:rPr lang="en-IN">
                          <a:latin typeface="Cambria Math" panose="02040503050406030204" pitchFamily="18" charset="0"/>
                        </a:rPr>
                        <m:t>Δ</m:t>
                      </m:r>
                      <m:r>
                        <a:rPr lang="en-IN" i="1">
                          <a:latin typeface="Cambria Math" panose="02040503050406030204" pitchFamily="18" charset="0"/>
                        </a:rPr>
                        <m:t>𝑥</m:t>
                      </m:r>
                      <m:r>
                        <a:rPr lang="en-IN">
                          <a:latin typeface="Cambria Math" panose="02040503050406030204" pitchFamily="18" charset="0"/>
                        </a:rPr>
                        <m:t>≤</m:t>
                      </m:r>
                      <m:r>
                        <m:rPr>
                          <m:sty m:val="p"/>
                        </m:rPr>
                        <a:rPr lang="en-IN">
                          <a:latin typeface="Cambria Math" panose="02040503050406030204" pitchFamily="18" charset="0"/>
                        </a:rPr>
                        <m:t>Δ</m:t>
                      </m:r>
                      <m:r>
                        <a:rPr lang="en-IN" i="1">
                          <a:latin typeface="Cambria Math" panose="02040503050406030204" pitchFamily="18" charset="0"/>
                        </a:rPr>
                        <m:t>𝐴</m:t>
                      </m:r>
                      <m:r>
                        <a:rPr lang="en-IN">
                          <a:latin typeface="Cambria Math" panose="02040503050406030204" pitchFamily="18" charset="0"/>
                        </a:rPr>
                        <m:t>≤</m:t>
                      </m:r>
                      <m:d>
                        <m:dPr>
                          <m:ctrlPr>
                            <a:rPr lang="en-IN" i="1">
                              <a:latin typeface="Cambria Math" panose="02040503050406030204" pitchFamily="18" charset="0"/>
                            </a:rPr>
                          </m:ctrlPr>
                        </m:dPr>
                        <m:e>
                          <m:r>
                            <a:rPr lang="en-IN" i="1">
                              <a:latin typeface="Cambria Math" panose="02040503050406030204" pitchFamily="18" charset="0"/>
                            </a:rPr>
                            <m:t>𝑦</m:t>
                          </m:r>
                          <m:r>
                            <a:rPr lang="en-IN">
                              <a:latin typeface="Cambria Math" panose="02040503050406030204" pitchFamily="18" charset="0"/>
                            </a:rPr>
                            <m:t>+</m:t>
                          </m:r>
                          <m:r>
                            <m:rPr>
                              <m:sty m:val="p"/>
                            </m:rPr>
                            <a:rPr lang="en-IN">
                              <a:latin typeface="Cambria Math" panose="02040503050406030204" pitchFamily="18" charset="0"/>
                            </a:rPr>
                            <m:t>Δ</m:t>
                          </m:r>
                          <m:r>
                            <a:rPr lang="en-IN" i="1">
                              <a:latin typeface="Cambria Math" panose="02040503050406030204" pitchFamily="18" charset="0"/>
                            </a:rPr>
                            <m:t>𝑦</m:t>
                          </m:r>
                        </m:e>
                      </m:d>
                      <m:r>
                        <a:rPr lang="en-IN">
                          <a:latin typeface="Cambria Math" panose="02040503050406030204" pitchFamily="18" charset="0"/>
                        </a:rPr>
                        <m:t> </m:t>
                      </m:r>
                      <m:r>
                        <m:rPr>
                          <m:sty m:val="p"/>
                        </m:rPr>
                        <a:rPr lang="en-IN">
                          <a:latin typeface="Cambria Math" panose="02040503050406030204" pitchFamily="18" charset="0"/>
                        </a:rPr>
                        <m:t>Δ</m:t>
                      </m:r>
                      <m:r>
                        <a:rPr lang="en-IN" i="1">
                          <a:latin typeface="Cambria Math" panose="02040503050406030204" pitchFamily="18" charset="0"/>
                        </a:rPr>
                        <m:t>𝑥</m:t>
                      </m:r>
                    </m:oMath>
                  </m:oMathPara>
                </a14:m>
                <a:endParaRPr lang="en-IN" dirty="0"/>
              </a:p>
              <a:p>
                <a:pPr/>
                <a14:m>
                  <m:oMathPara xmlns:m="http://schemas.openxmlformats.org/officeDocument/2006/math">
                    <m:oMath>
                      <m:r>
                        <a:rPr lang="en-IN">
                          <a:latin typeface="Cambria Math" panose="02040503050406030204" pitchFamily="18" charset="0"/>
                        </a:rPr>
                        <m:t>⇒</m:t>
                      </m:r>
                      <m:r>
                        <a:rPr lang="en-IN" i="1">
                          <a:latin typeface="Cambria Math" panose="02040503050406030204" pitchFamily="18" charset="0"/>
                        </a:rPr>
                        <m:t>𝑦</m:t>
                      </m:r>
                      <m:r>
                        <a:rPr lang="en-IN">
                          <a:latin typeface="Cambria Math" panose="02040503050406030204" pitchFamily="18" charset="0"/>
                        </a:rPr>
                        <m:t>≤</m:t>
                      </m:r>
                      <m:f>
                        <m:fPr>
                          <m:ctrlPr>
                            <a:rPr lang="en-IN">
                              <a:latin typeface="Cambria Math" panose="02040503050406030204" pitchFamily="18" charset="0"/>
                            </a:rPr>
                          </m:ctrlPr>
                        </m:fPr>
                        <m:num>
                          <m:r>
                            <m:rPr>
                              <m:sty m:val="p"/>
                            </m:rPr>
                            <a:rPr lang="en-IN">
                              <a:latin typeface="Cambria Math" panose="02040503050406030204" pitchFamily="18" charset="0"/>
                            </a:rPr>
                            <m:t>Δ</m:t>
                          </m:r>
                          <m:r>
                            <a:rPr lang="en-IN" i="1">
                              <a:latin typeface="Cambria Math" panose="02040503050406030204" pitchFamily="18" charset="0"/>
                            </a:rPr>
                            <m:t>𝐴</m:t>
                          </m:r>
                        </m:num>
                        <m:den>
                          <m:r>
                            <m:rPr>
                              <m:sty m:val="p"/>
                            </m:rPr>
                            <a:rPr lang="en-IN">
                              <a:latin typeface="Cambria Math" panose="02040503050406030204" pitchFamily="18" charset="0"/>
                            </a:rPr>
                            <m:t>Δ</m:t>
                          </m:r>
                          <m:r>
                            <a:rPr lang="en-IN" i="1">
                              <a:latin typeface="Cambria Math" panose="02040503050406030204" pitchFamily="18" charset="0"/>
                            </a:rPr>
                            <m:t>𝑥</m:t>
                          </m:r>
                        </m:den>
                      </m:f>
                      <m:r>
                        <a:rPr lang="en-IN">
                          <a:latin typeface="Cambria Math" panose="02040503050406030204" pitchFamily="18" charset="0"/>
                        </a:rPr>
                        <m:t>≤</m:t>
                      </m:r>
                      <m:r>
                        <a:rPr lang="en-IN" i="1">
                          <a:latin typeface="Cambria Math" panose="02040503050406030204" pitchFamily="18" charset="0"/>
                        </a:rPr>
                        <m:t>𝑦</m:t>
                      </m:r>
                      <m:r>
                        <a:rPr lang="en-IN">
                          <a:latin typeface="Cambria Math" panose="02040503050406030204" pitchFamily="18" charset="0"/>
                        </a:rPr>
                        <m:t>+</m:t>
                      </m:r>
                      <m:r>
                        <m:rPr>
                          <m:sty m:val="p"/>
                        </m:rPr>
                        <a:rPr lang="en-IN">
                          <a:latin typeface="Cambria Math" panose="02040503050406030204" pitchFamily="18" charset="0"/>
                        </a:rPr>
                        <m:t>Δ</m:t>
                      </m:r>
                      <m:r>
                        <a:rPr lang="en-IN" i="1">
                          <a:latin typeface="Cambria Math" panose="02040503050406030204" pitchFamily="18" charset="0"/>
                        </a:rPr>
                        <m:t>𝑦</m:t>
                      </m:r>
                    </m:oMath>
                  </m:oMathPara>
                </a14:m>
                <a:endParaRPr lang="en-IN" dirty="0"/>
              </a:p>
              <a:p>
                <a:pPr/>
                <a14:m>
                  <m:oMathPara xmlns:m="http://schemas.openxmlformats.org/officeDocument/2006/math">
                    <m:oMath>
                      <m:r>
                        <a:rPr lang="en-IN">
                          <a:latin typeface="Cambria Math" panose="02040503050406030204" pitchFamily="18" charset="0"/>
                        </a:rPr>
                        <m:t>⇒</m:t>
                      </m:r>
                      <m:func>
                        <m:funcPr>
                          <m:ctrlPr>
                            <a:rPr lang="en-IN" i="1">
                              <a:latin typeface="Cambria Math" panose="02040503050406030204" pitchFamily="18" charset="0"/>
                            </a:rPr>
                          </m:ctrlPr>
                        </m:funcPr>
                        <m:fName>
                          <m:limLow>
                            <m:limLowPr>
                              <m:ctrlPr>
                                <a:rPr lang="en-IN">
                                  <a:latin typeface="Cambria Math" panose="02040503050406030204" pitchFamily="18" charset="0"/>
                                </a:rPr>
                              </m:ctrlPr>
                            </m:limLowPr>
                            <m:e>
                              <m:r>
                                <m:rPr>
                                  <m:sty m:val="p"/>
                                </m:rPr>
                                <a:rPr lang="en-IN">
                                  <a:latin typeface="Cambria Math" panose="02040503050406030204" pitchFamily="18" charset="0"/>
                                </a:rPr>
                                <m:t>lim</m:t>
                              </m:r>
                            </m:e>
                            <m:lim>
                              <m:r>
                                <m:rPr>
                                  <m:sty m:val="p"/>
                                </m:rPr>
                                <a:rPr lang="en-IN">
                                  <a:latin typeface="Cambria Math" panose="02040503050406030204" pitchFamily="18" charset="0"/>
                                </a:rPr>
                                <m:t>Δ</m:t>
                              </m:r>
                              <m:r>
                                <a:rPr lang="en-IN" i="1">
                                  <a:latin typeface="Cambria Math" panose="02040503050406030204" pitchFamily="18" charset="0"/>
                                </a:rPr>
                                <m:t>𝑥</m:t>
                              </m:r>
                              <m:r>
                                <a:rPr lang="en-IN">
                                  <a:latin typeface="Cambria Math" panose="02040503050406030204" pitchFamily="18" charset="0"/>
                                </a:rPr>
                                <m:t>→0</m:t>
                              </m:r>
                            </m:lim>
                          </m:limLow>
                        </m:fName>
                        <m:e>
                          <m:r>
                            <a:rPr lang="en-IN" i="1">
                              <a:latin typeface="Cambria Math" panose="02040503050406030204" pitchFamily="18" charset="0"/>
                            </a:rPr>
                            <m:t>𝑦</m:t>
                          </m:r>
                        </m:e>
                      </m:func>
                      <m:r>
                        <a:rPr lang="en-IN">
                          <a:latin typeface="Cambria Math" panose="02040503050406030204" pitchFamily="18" charset="0"/>
                        </a:rPr>
                        <m:t>≤</m:t>
                      </m:r>
                      <m:func>
                        <m:funcPr>
                          <m:ctrlPr>
                            <a:rPr lang="en-IN" i="1">
                              <a:latin typeface="Cambria Math" panose="02040503050406030204" pitchFamily="18" charset="0"/>
                            </a:rPr>
                          </m:ctrlPr>
                        </m:funcPr>
                        <m:fName>
                          <m:limLow>
                            <m:limLowPr>
                              <m:ctrlPr>
                                <a:rPr lang="en-IN">
                                  <a:latin typeface="Cambria Math" panose="02040503050406030204" pitchFamily="18" charset="0"/>
                                </a:rPr>
                              </m:ctrlPr>
                            </m:limLowPr>
                            <m:e>
                              <m:r>
                                <m:rPr>
                                  <m:sty m:val="p"/>
                                </m:rPr>
                                <a:rPr lang="en-IN">
                                  <a:latin typeface="Cambria Math" panose="02040503050406030204" pitchFamily="18" charset="0"/>
                                </a:rPr>
                                <m:t>lim</m:t>
                              </m:r>
                            </m:e>
                            <m:lim>
                              <m:r>
                                <m:rPr>
                                  <m:sty m:val="p"/>
                                </m:rPr>
                                <a:rPr lang="en-IN">
                                  <a:latin typeface="Cambria Math" panose="02040503050406030204" pitchFamily="18" charset="0"/>
                                </a:rPr>
                                <m:t>Δ</m:t>
                              </m:r>
                              <m:r>
                                <a:rPr lang="en-IN" i="1">
                                  <a:latin typeface="Cambria Math" panose="02040503050406030204" pitchFamily="18" charset="0"/>
                                </a:rPr>
                                <m:t>𝑥</m:t>
                              </m:r>
                              <m:r>
                                <a:rPr lang="en-IN">
                                  <a:latin typeface="Cambria Math" panose="02040503050406030204" pitchFamily="18" charset="0"/>
                                </a:rPr>
                                <m:t>→0</m:t>
                              </m:r>
                            </m:lim>
                          </m:limLow>
                        </m:fName>
                        <m:e>
                          <m:f>
                            <m:fPr>
                              <m:ctrlPr>
                                <a:rPr lang="en-IN">
                                  <a:latin typeface="Cambria Math" panose="02040503050406030204" pitchFamily="18" charset="0"/>
                                </a:rPr>
                              </m:ctrlPr>
                            </m:fPr>
                            <m:num>
                              <m:r>
                                <m:rPr>
                                  <m:sty m:val="p"/>
                                </m:rPr>
                                <a:rPr lang="en-IN">
                                  <a:latin typeface="Cambria Math" panose="02040503050406030204" pitchFamily="18" charset="0"/>
                                </a:rPr>
                                <m:t>Δ</m:t>
                              </m:r>
                              <m:r>
                                <a:rPr lang="en-IN" i="1">
                                  <a:latin typeface="Cambria Math" panose="02040503050406030204" pitchFamily="18" charset="0"/>
                                </a:rPr>
                                <m:t>𝐴</m:t>
                              </m:r>
                            </m:num>
                            <m:den>
                              <m:r>
                                <m:rPr>
                                  <m:sty m:val="p"/>
                                </m:rPr>
                                <a:rPr lang="en-IN">
                                  <a:latin typeface="Cambria Math" panose="02040503050406030204" pitchFamily="18" charset="0"/>
                                </a:rPr>
                                <m:t>Δ</m:t>
                              </m:r>
                              <m:r>
                                <a:rPr lang="en-IN" i="1">
                                  <a:latin typeface="Cambria Math" panose="02040503050406030204" pitchFamily="18" charset="0"/>
                                </a:rPr>
                                <m:t>𝑥</m:t>
                              </m:r>
                            </m:den>
                          </m:f>
                        </m:e>
                      </m:func>
                      <m:r>
                        <a:rPr lang="en-IN">
                          <a:latin typeface="Cambria Math" panose="02040503050406030204" pitchFamily="18" charset="0"/>
                        </a:rPr>
                        <m:t>≤</m:t>
                      </m:r>
                      <m:func>
                        <m:funcPr>
                          <m:ctrlPr>
                            <a:rPr lang="en-IN" i="1">
                              <a:latin typeface="Cambria Math" panose="02040503050406030204" pitchFamily="18" charset="0"/>
                            </a:rPr>
                          </m:ctrlPr>
                        </m:funcPr>
                        <m:fName>
                          <m:limLow>
                            <m:limLowPr>
                              <m:ctrlPr>
                                <a:rPr lang="en-IN">
                                  <a:latin typeface="Cambria Math" panose="02040503050406030204" pitchFamily="18" charset="0"/>
                                </a:rPr>
                              </m:ctrlPr>
                            </m:limLowPr>
                            <m:e>
                              <m:r>
                                <m:rPr>
                                  <m:sty m:val="p"/>
                                </m:rPr>
                                <a:rPr lang="en-IN">
                                  <a:latin typeface="Cambria Math" panose="02040503050406030204" pitchFamily="18" charset="0"/>
                                </a:rPr>
                                <m:t>lim</m:t>
                              </m:r>
                            </m:e>
                            <m:lim>
                              <m:r>
                                <m:rPr>
                                  <m:sty m:val="p"/>
                                </m:rPr>
                                <a:rPr lang="en-IN">
                                  <a:latin typeface="Cambria Math" panose="02040503050406030204" pitchFamily="18" charset="0"/>
                                </a:rPr>
                                <m:t>Δ</m:t>
                              </m:r>
                              <m:r>
                                <a:rPr lang="en-IN" i="1">
                                  <a:latin typeface="Cambria Math" panose="02040503050406030204" pitchFamily="18" charset="0"/>
                                </a:rPr>
                                <m:t>𝑦</m:t>
                              </m:r>
                              <m:r>
                                <a:rPr lang="en-IN">
                                  <a:latin typeface="Cambria Math" panose="02040503050406030204" pitchFamily="18" charset="0"/>
                                </a:rPr>
                                <m:t>→0</m:t>
                              </m:r>
                            </m:lim>
                          </m:limLow>
                        </m:fName>
                        <m:e>
                          <m:d>
                            <m:dPr>
                              <m:ctrlPr>
                                <a:rPr lang="en-IN" i="1">
                                  <a:latin typeface="Cambria Math" panose="02040503050406030204" pitchFamily="18" charset="0"/>
                                </a:rPr>
                              </m:ctrlPr>
                            </m:dPr>
                            <m:e>
                              <m:r>
                                <a:rPr lang="en-IN" i="1">
                                  <a:latin typeface="Cambria Math" panose="02040503050406030204" pitchFamily="18" charset="0"/>
                                </a:rPr>
                                <m:t>𝑦</m:t>
                              </m:r>
                              <m:r>
                                <a:rPr lang="en-IN">
                                  <a:latin typeface="Cambria Math" panose="02040503050406030204" pitchFamily="18" charset="0"/>
                                </a:rPr>
                                <m:t>+</m:t>
                              </m:r>
                              <m:r>
                                <m:rPr>
                                  <m:sty m:val="p"/>
                                </m:rPr>
                                <a:rPr lang="en-IN">
                                  <a:latin typeface="Cambria Math" panose="02040503050406030204" pitchFamily="18" charset="0"/>
                                </a:rPr>
                                <m:t>Δ</m:t>
                              </m:r>
                              <m:r>
                                <a:rPr lang="en-IN" i="1">
                                  <a:latin typeface="Cambria Math" panose="02040503050406030204" pitchFamily="18" charset="0"/>
                                </a:rPr>
                                <m:t>𝑦</m:t>
                              </m:r>
                            </m:e>
                          </m:d>
                        </m:e>
                      </m:func>
                    </m:oMath>
                  </m:oMathPara>
                </a14:m>
                <a:endParaRPr lang="en-IN" dirty="0"/>
              </a:p>
              <a:p>
                <a:pPr/>
                <a14:m>
                  <m:oMathPara xmlns:m="http://schemas.openxmlformats.org/officeDocument/2006/math">
                    <m:oMath>
                      <m:r>
                        <a:rPr lang="en-IN">
                          <a:latin typeface="Cambria Math" panose="02040503050406030204" pitchFamily="18" charset="0"/>
                        </a:rPr>
                        <m:t>⇒</m:t>
                      </m:r>
                      <m:r>
                        <a:rPr lang="en-IN" i="1">
                          <a:latin typeface="Cambria Math" panose="02040503050406030204" pitchFamily="18" charset="0"/>
                        </a:rPr>
                        <m:t>𝑦</m:t>
                      </m:r>
                      <m:r>
                        <a:rPr lang="en-IN">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𝑑𝐴</m:t>
                          </m:r>
                        </m:num>
                        <m:den>
                          <m:r>
                            <a:rPr lang="en-IN" i="1">
                              <a:latin typeface="Cambria Math" panose="02040503050406030204" pitchFamily="18" charset="0"/>
                            </a:rPr>
                            <m:t>𝑑𝑥</m:t>
                          </m:r>
                        </m:den>
                      </m:f>
                      <m:r>
                        <a:rPr lang="en-IN">
                          <a:latin typeface="Cambria Math" panose="02040503050406030204" pitchFamily="18" charset="0"/>
                        </a:rPr>
                        <m:t>≤</m:t>
                      </m:r>
                      <m:r>
                        <a:rPr lang="en-IN" i="1">
                          <a:latin typeface="Cambria Math" panose="02040503050406030204" pitchFamily="18" charset="0"/>
                        </a:rPr>
                        <m:t>𝑦</m:t>
                      </m:r>
                    </m:oMath>
                  </m:oMathPara>
                </a14:m>
                <a:endParaRPr lang="en-IN" dirty="0"/>
              </a:p>
              <a:p>
                <a:pPr/>
                <a14:m>
                  <m:oMathPara xmlns:m="http://schemas.openxmlformats.org/officeDocument/2006/math">
                    <m:oMath>
                      <m:r>
                        <a:rPr lang="en-IN">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𝑑𝐴</m:t>
                          </m:r>
                        </m:num>
                        <m:den>
                          <m:r>
                            <a:rPr lang="en-IN" i="1">
                              <a:latin typeface="Cambria Math" panose="02040503050406030204" pitchFamily="18" charset="0"/>
                            </a:rPr>
                            <m:t>𝑑𝑥</m:t>
                          </m:r>
                        </m:den>
                      </m:f>
                      <m:r>
                        <a:rPr lang="en-IN">
                          <a:latin typeface="Cambria Math" panose="02040503050406030204" pitchFamily="18" charset="0"/>
                        </a:rPr>
                        <m:t>=</m:t>
                      </m:r>
                      <m:r>
                        <a:rPr lang="en-IN" i="1">
                          <a:latin typeface="Cambria Math" panose="02040503050406030204" pitchFamily="18" charset="0"/>
                        </a:rPr>
                        <m:t>𝑦</m:t>
                      </m:r>
                    </m:oMath>
                  </m:oMathPara>
                </a14:m>
                <a:endParaRPr lang="en-IN" dirty="0"/>
              </a:p>
              <a:p>
                <a:endParaRPr lang="en-IN" dirty="0">
                  <a:latin typeface="Bahnschrift" panose="020B0502040204020203" pitchFamily="34" charset="0"/>
                </a:endParaRPr>
              </a:p>
            </p:txBody>
          </p:sp>
        </mc:Choice>
        <mc:Fallback xmlns="">
          <p:sp>
            <p:nvSpPr>
              <p:cNvPr id="15" name="TextBox 14">
                <a:extLst>
                  <a:ext uri="{FF2B5EF4-FFF2-40B4-BE49-F238E27FC236}">
                    <a16:creationId xmlns:a16="http://schemas.microsoft.com/office/drawing/2014/main" id="{320E4FDC-A022-CD8B-9836-C21B67BAB7FA}"/>
                  </a:ext>
                </a:extLst>
              </p:cNvPr>
              <p:cNvSpPr txBox="1">
                <a:spLocks noRot="1" noChangeAspect="1" noMove="1" noResize="1" noEditPoints="1" noAdjustHandles="1" noChangeArrowheads="1" noChangeShapeType="1" noTextEdit="1"/>
              </p:cNvSpPr>
              <p:nvPr/>
            </p:nvSpPr>
            <p:spPr>
              <a:xfrm>
                <a:off x="-146184" y="3705430"/>
                <a:ext cx="4239648" cy="2754985"/>
              </a:xfrm>
              <a:prstGeom prst="rect">
                <a:avLst/>
              </a:prstGeom>
              <a:blipFill>
                <a:blip r:embed="rId4"/>
                <a:stretch>
                  <a:fillRect l="-1149" b="-243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ACA189D7-68CA-F042-2C25-F73A64086B83}"/>
                  </a:ext>
                </a:extLst>
              </p:cNvPr>
              <p:cNvSpPr txBox="1"/>
              <p:nvPr/>
            </p:nvSpPr>
            <p:spPr>
              <a:xfrm>
                <a:off x="4139183" y="3360370"/>
                <a:ext cx="6566892" cy="4335546"/>
              </a:xfrm>
              <a:prstGeom prst="rect">
                <a:avLst/>
              </a:prstGeom>
              <a:noFill/>
            </p:spPr>
            <p:txBody>
              <a:bodyPr wrap="square" rtlCol="0">
                <a:spAutoFit/>
              </a:bodyPr>
              <a:lstStyle/>
              <a:p>
                <a:pPr/>
                <a14:m>
                  <m:oMathPara xmlns:m="http://schemas.openxmlformats.org/officeDocument/2006/math">
                    <m:oMath>
                      <m:r>
                        <a:rPr lang="en-IN">
                          <a:latin typeface="Cambria Math" panose="02040503050406030204" pitchFamily="18" charset="0"/>
                        </a:rPr>
                        <m:t>⇒</m:t>
                      </m:r>
                      <m:nary>
                        <m:naryPr>
                          <m:limLoc m:val="subSup"/>
                          <m:ctrlPr>
                            <a:rPr lang="en-IN" i="1">
                              <a:latin typeface="Cambria Math" panose="02040503050406030204" pitchFamily="18" charset="0"/>
                            </a:rPr>
                          </m:ctrlPr>
                        </m:naryPr>
                        <m:sub>
                          <m:r>
                            <a:rPr lang="en-IN" i="1">
                              <a:latin typeface="Cambria Math" panose="02040503050406030204" pitchFamily="18" charset="0"/>
                            </a:rPr>
                            <m:t>𝑎</m:t>
                          </m:r>
                        </m:sub>
                        <m:sup>
                          <m:r>
                            <a:rPr lang="en-IN" i="1">
                              <a:latin typeface="Cambria Math" panose="02040503050406030204" pitchFamily="18" charset="0"/>
                            </a:rPr>
                            <m:t>𝑏</m:t>
                          </m:r>
                        </m:sup>
                        <m:e>
                          <m:f>
                            <m:fPr>
                              <m:ctrlPr>
                                <a:rPr lang="en-IN" i="1">
                                  <a:latin typeface="Cambria Math" panose="02040503050406030204" pitchFamily="18" charset="0"/>
                                </a:rPr>
                              </m:ctrlPr>
                            </m:fPr>
                            <m:num>
                              <m:r>
                                <a:rPr lang="en-IN" i="1">
                                  <a:latin typeface="Cambria Math" panose="02040503050406030204" pitchFamily="18" charset="0"/>
                                </a:rPr>
                                <m:t>𝑑𝐴</m:t>
                              </m:r>
                            </m:num>
                            <m:den>
                              <m:r>
                                <a:rPr lang="en-IN" i="1">
                                  <a:latin typeface="Cambria Math" panose="02040503050406030204" pitchFamily="18" charset="0"/>
                                </a:rPr>
                                <m:t>𝑑𝑥</m:t>
                              </m:r>
                            </m:den>
                          </m:f>
                        </m:e>
                      </m:nary>
                      <m:r>
                        <a:rPr lang="en-IN">
                          <a:latin typeface="Cambria Math" panose="02040503050406030204" pitchFamily="18" charset="0"/>
                        </a:rPr>
                        <m:t> </m:t>
                      </m:r>
                      <m:r>
                        <a:rPr lang="en-IN" i="1">
                          <a:latin typeface="Cambria Math" panose="02040503050406030204" pitchFamily="18" charset="0"/>
                        </a:rPr>
                        <m:t>𝑑𝑥</m:t>
                      </m:r>
                      <m:r>
                        <a:rPr lang="en-IN">
                          <a:latin typeface="Cambria Math" panose="02040503050406030204" pitchFamily="18" charset="0"/>
                        </a:rPr>
                        <m:t>=</m:t>
                      </m:r>
                      <m:nary>
                        <m:naryPr>
                          <m:limLoc m:val="subSup"/>
                          <m:ctrlPr>
                            <a:rPr lang="en-IN" i="1">
                              <a:latin typeface="Cambria Math" panose="02040503050406030204" pitchFamily="18" charset="0"/>
                            </a:rPr>
                          </m:ctrlPr>
                        </m:naryPr>
                        <m:sub>
                          <m:r>
                            <a:rPr lang="en-IN" i="1">
                              <a:latin typeface="Cambria Math" panose="02040503050406030204" pitchFamily="18" charset="0"/>
                            </a:rPr>
                            <m:t>𝑎</m:t>
                          </m:r>
                        </m:sub>
                        <m:sup>
                          <m:r>
                            <a:rPr lang="en-IN" i="1">
                              <a:latin typeface="Cambria Math" panose="02040503050406030204" pitchFamily="18" charset="0"/>
                            </a:rPr>
                            <m:t>𝑏</m:t>
                          </m:r>
                        </m:sup>
                        <m:e>
                          <m:r>
                            <a:rPr lang="en-IN" i="1">
                              <a:latin typeface="Cambria Math" panose="02040503050406030204" pitchFamily="18" charset="0"/>
                            </a:rPr>
                            <m:t>𝑦</m:t>
                          </m:r>
                        </m:e>
                      </m:nary>
                      <m:r>
                        <a:rPr lang="en-IN">
                          <a:latin typeface="Cambria Math" panose="02040503050406030204" pitchFamily="18" charset="0"/>
                        </a:rPr>
                        <m:t> </m:t>
                      </m:r>
                      <m:r>
                        <a:rPr lang="en-IN" i="1">
                          <a:latin typeface="Cambria Math" panose="02040503050406030204" pitchFamily="18" charset="0"/>
                        </a:rPr>
                        <m:t>𝑑𝑥</m:t>
                      </m:r>
                      <m:r>
                        <a:rPr lang="en-IN">
                          <a:latin typeface="Cambria Math" panose="02040503050406030204" pitchFamily="18" charset="0"/>
                        </a:rPr>
                        <m:t> </m:t>
                      </m:r>
                      <m:r>
                        <m:rPr>
                          <m:nor/>
                        </m:rPr>
                        <a:rPr lang="en-IN" i="0"/>
                        <m:t>[Integrating between the limits </m:t>
                      </m:r>
                      <m:r>
                        <a:rPr lang="en-IN" i="1">
                          <a:latin typeface="Cambria Math" panose="02040503050406030204" pitchFamily="18" charset="0"/>
                        </a:rPr>
                        <m:t>𝑎</m:t>
                      </m:r>
                      <m:r>
                        <m:rPr>
                          <m:nor/>
                        </m:rPr>
                        <a:rPr lang="en-IN" i="0"/>
                        <m:t> and </m:t>
                      </m:r>
                      <m:r>
                        <a:rPr lang="en-IN" i="1">
                          <a:latin typeface="Cambria Math" panose="02040503050406030204" pitchFamily="18" charset="0"/>
                        </a:rPr>
                        <m:t>𝑏</m:t>
                      </m:r>
                      <m:r>
                        <m:rPr>
                          <m:nor/>
                        </m:rPr>
                        <a:rPr lang="en-IN" i="0"/>
                        <m:t>]</m:t>
                      </m:r>
                    </m:oMath>
                  </m:oMathPara>
                </a14:m>
                <a:endParaRPr lang="en-IN" dirty="0"/>
              </a:p>
              <a:p>
                <a:pPr/>
                <a14:m>
                  <m:oMathPara xmlns:m="http://schemas.openxmlformats.org/officeDocument/2006/math">
                    <m:oMath>
                      <m:r>
                        <a:rPr lang="en-IN">
                          <a:latin typeface="Cambria Math" panose="02040503050406030204" pitchFamily="18" charset="0"/>
                        </a:rPr>
                        <m:t>⇒</m:t>
                      </m:r>
                      <m:sSubSup>
                        <m:sSubSupPr>
                          <m:ctrlPr>
                            <a:rPr lang="en-IN" i="1">
                              <a:latin typeface="Cambria Math" panose="02040503050406030204" pitchFamily="18" charset="0"/>
                            </a:rPr>
                          </m:ctrlPr>
                        </m:sSubSupPr>
                        <m:e>
                          <m:d>
                            <m:dPr>
                              <m:begChr m:val="["/>
                              <m:endChr m:val="]"/>
                              <m:ctrlPr>
                                <a:rPr lang="en-IN" i="1">
                                  <a:latin typeface="Cambria Math" panose="02040503050406030204" pitchFamily="18" charset="0"/>
                                </a:rPr>
                              </m:ctrlPr>
                            </m:dPr>
                            <m:e>
                              <m:r>
                                <a:rPr lang="en-IN" i="1">
                                  <a:latin typeface="Cambria Math" panose="02040503050406030204" pitchFamily="18" charset="0"/>
                                </a:rPr>
                                <m:t>𝐴</m:t>
                              </m:r>
                            </m:e>
                          </m:d>
                        </m:e>
                        <m:sub>
                          <m:r>
                            <a:rPr lang="en-IN" i="1">
                              <a:latin typeface="Cambria Math" panose="02040503050406030204" pitchFamily="18" charset="0"/>
                            </a:rPr>
                            <m:t>𝑥</m:t>
                          </m:r>
                          <m:r>
                            <a:rPr lang="en-IN">
                              <a:latin typeface="Cambria Math" panose="02040503050406030204" pitchFamily="18" charset="0"/>
                            </a:rPr>
                            <m:t>=</m:t>
                          </m:r>
                          <m:r>
                            <a:rPr lang="en-IN" i="1">
                              <a:latin typeface="Cambria Math" panose="02040503050406030204" pitchFamily="18" charset="0"/>
                            </a:rPr>
                            <m:t>𝑎</m:t>
                          </m:r>
                        </m:sub>
                        <m:sup>
                          <m:r>
                            <a:rPr lang="en-IN" i="1">
                              <a:latin typeface="Cambria Math" panose="02040503050406030204" pitchFamily="18" charset="0"/>
                            </a:rPr>
                            <m:t>𝑥</m:t>
                          </m:r>
                          <m:r>
                            <a:rPr lang="en-IN">
                              <a:latin typeface="Cambria Math" panose="02040503050406030204" pitchFamily="18" charset="0"/>
                            </a:rPr>
                            <m:t>=</m:t>
                          </m:r>
                          <m:r>
                            <a:rPr lang="en-IN" i="1">
                              <a:latin typeface="Cambria Math" panose="02040503050406030204" pitchFamily="18" charset="0"/>
                            </a:rPr>
                            <m:t>𝑏</m:t>
                          </m:r>
                        </m:sup>
                      </m:sSubSup>
                      <m:r>
                        <a:rPr lang="en-IN">
                          <a:latin typeface="Cambria Math" panose="02040503050406030204" pitchFamily="18" charset="0"/>
                        </a:rPr>
                        <m:t>=</m:t>
                      </m:r>
                      <m:nary>
                        <m:naryPr>
                          <m:limLoc m:val="subSup"/>
                          <m:ctrlPr>
                            <a:rPr lang="en-IN" i="1">
                              <a:latin typeface="Cambria Math" panose="02040503050406030204" pitchFamily="18" charset="0"/>
                            </a:rPr>
                          </m:ctrlPr>
                        </m:naryPr>
                        <m:sub>
                          <m:r>
                            <a:rPr lang="en-IN" i="1">
                              <a:latin typeface="Cambria Math" panose="02040503050406030204" pitchFamily="18" charset="0"/>
                            </a:rPr>
                            <m:t>𝑎</m:t>
                          </m:r>
                        </m:sub>
                        <m:sup>
                          <m:r>
                            <a:rPr lang="en-IN" i="1">
                              <a:latin typeface="Cambria Math" panose="02040503050406030204" pitchFamily="18" charset="0"/>
                            </a:rPr>
                            <m:t>𝑏</m:t>
                          </m:r>
                        </m:sup>
                        <m:e>
                          <m:r>
                            <a:rPr lang="en-IN" i="1">
                              <a:latin typeface="Cambria Math" panose="02040503050406030204" pitchFamily="18" charset="0"/>
                            </a:rPr>
                            <m:t>𝑦</m:t>
                          </m:r>
                        </m:e>
                      </m:nary>
                      <m:r>
                        <a:rPr lang="en-IN">
                          <a:latin typeface="Cambria Math" panose="02040503050406030204" pitchFamily="18" charset="0"/>
                        </a:rPr>
                        <m:t> </m:t>
                      </m:r>
                      <m:r>
                        <a:rPr lang="en-IN" i="1">
                          <a:latin typeface="Cambria Math" panose="02040503050406030204" pitchFamily="18" charset="0"/>
                        </a:rPr>
                        <m:t>𝑑𝑥</m:t>
                      </m:r>
                    </m:oMath>
                  </m:oMathPara>
                </a14:m>
                <a:endParaRPr lang="en-IN" dirty="0"/>
              </a:p>
              <a:p>
                <a:pPr/>
                <a14:m>
                  <m:oMathPara xmlns:m="http://schemas.openxmlformats.org/officeDocument/2006/math">
                    <m:oMath>
                      <m:r>
                        <a:rPr lang="en-IN">
                          <a:latin typeface="Cambria Math" panose="02040503050406030204" pitchFamily="18" charset="0"/>
                        </a:rPr>
                        <m:t>⇒</m:t>
                      </m:r>
                      <m:d>
                        <m:dPr>
                          <m:ctrlPr>
                            <a:rPr lang="en-IN" i="0"/>
                          </m:ctrlPr>
                        </m:dPr>
                        <m:e>
                          <m:r>
                            <m:rPr>
                              <m:nor/>
                            </m:rPr>
                            <a:rPr lang="en-IN" i="0"/>
                            <m:t>Area </m:t>
                          </m:r>
                          <m:r>
                            <a:rPr lang="en-IN" i="1">
                              <a:latin typeface="Cambria Math" panose="02040503050406030204" pitchFamily="18" charset="0"/>
                            </a:rPr>
                            <m:t>𝐴</m:t>
                          </m:r>
                          <m:r>
                            <m:rPr>
                              <m:nor/>
                            </m:rPr>
                            <a:rPr lang="en-IN" i="0"/>
                            <m:t> when </m:t>
                          </m:r>
                          <m:r>
                            <a:rPr lang="en-IN" i="1">
                              <a:latin typeface="Cambria Math" panose="02040503050406030204" pitchFamily="18" charset="0"/>
                            </a:rPr>
                            <m:t>𝑥</m:t>
                          </m:r>
                          <m:r>
                            <a:rPr lang="en-IN">
                              <a:latin typeface="Cambria Math" panose="02040503050406030204" pitchFamily="18" charset="0"/>
                            </a:rPr>
                            <m:t>=</m:t>
                          </m:r>
                          <m:r>
                            <a:rPr lang="en-IN" i="1">
                              <a:latin typeface="Cambria Math" panose="02040503050406030204" pitchFamily="18" charset="0"/>
                            </a:rPr>
                            <m:t>𝑏</m:t>
                          </m:r>
                        </m:e>
                      </m:d>
                      <m:r>
                        <a:rPr lang="en-IN">
                          <a:latin typeface="Cambria Math" panose="02040503050406030204" pitchFamily="18" charset="0"/>
                        </a:rPr>
                        <m:t>−</m:t>
                      </m:r>
                      <m:d>
                        <m:dPr>
                          <m:ctrlPr>
                            <a:rPr lang="en-IN" i="0"/>
                          </m:ctrlPr>
                        </m:dPr>
                        <m:e>
                          <m:r>
                            <m:rPr>
                              <m:nor/>
                            </m:rPr>
                            <a:rPr lang="en-IN" i="0"/>
                            <m:t>Area </m:t>
                          </m:r>
                          <m:r>
                            <a:rPr lang="en-IN" i="1">
                              <a:latin typeface="Cambria Math" panose="02040503050406030204" pitchFamily="18" charset="0"/>
                            </a:rPr>
                            <m:t>𝐴</m:t>
                          </m:r>
                          <m:r>
                            <m:rPr>
                              <m:nor/>
                            </m:rPr>
                            <a:rPr lang="en-IN" i="0"/>
                            <m:t> when </m:t>
                          </m:r>
                          <m:r>
                            <a:rPr lang="en-IN" i="1">
                              <a:latin typeface="Cambria Math" panose="02040503050406030204" pitchFamily="18" charset="0"/>
                            </a:rPr>
                            <m:t>𝑥</m:t>
                          </m:r>
                          <m:r>
                            <a:rPr lang="en-IN">
                              <a:latin typeface="Cambria Math" panose="02040503050406030204" pitchFamily="18" charset="0"/>
                            </a:rPr>
                            <m:t>=</m:t>
                          </m:r>
                          <m:r>
                            <a:rPr lang="en-IN" i="1">
                              <a:latin typeface="Cambria Math" panose="02040503050406030204" pitchFamily="18" charset="0"/>
                            </a:rPr>
                            <m:t>𝑎</m:t>
                          </m:r>
                        </m:e>
                      </m:d>
                      <m:r>
                        <a:rPr lang="en-IN">
                          <a:latin typeface="Cambria Math" panose="02040503050406030204" pitchFamily="18" charset="0"/>
                        </a:rPr>
                        <m:t>=</m:t>
                      </m:r>
                      <m:nary>
                        <m:naryPr>
                          <m:limLoc m:val="subSup"/>
                          <m:ctrlPr>
                            <a:rPr lang="en-IN" i="1">
                              <a:latin typeface="Cambria Math" panose="02040503050406030204" pitchFamily="18" charset="0"/>
                            </a:rPr>
                          </m:ctrlPr>
                        </m:naryPr>
                        <m:sub>
                          <m:r>
                            <a:rPr lang="en-IN" i="1">
                              <a:latin typeface="Cambria Math" panose="02040503050406030204" pitchFamily="18" charset="0"/>
                            </a:rPr>
                            <m:t>𝑎</m:t>
                          </m:r>
                        </m:sub>
                        <m:sup>
                          <m:r>
                            <a:rPr lang="en-IN" i="1">
                              <a:latin typeface="Cambria Math" panose="02040503050406030204" pitchFamily="18" charset="0"/>
                            </a:rPr>
                            <m:t>𝑏</m:t>
                          </m:r>
                        </m:sup>
                        <m:e>
                          <m:r>
                            <a:rPr lang="en-IN" i="1">
                              <a:latin typeface="Cambria Math" panose="02040503050406030204" pitchFamily="18" charset="0"/>
                            </a:rPr>
                            <m:t>𝑦</m:t>
                          </m:r>
                        </m:e>
                      </m:nary>
                      <m:r>
                        <a:rPr lang="en-IN">
                          <a:latin typeface="Cambria Math" panose="02040503050406030204" pitchFamily="18" charset="0"/>
                        </a:rPr>
                        <m:t> </m:t>
                      </m:r>
                      <m:r>
                        <a:rPr lang="en-IN" i="1">
                          <a:latin typeface="Cambria Math" panose="02040503050406030204" pitchFamily="18" charset="0"/>
                        </a:rPr>
                        <m:t>𝑑𝑥</m:t>
                      </m:r>
                    </m:oMath>
                  </m:oMathPara>
                </a14:m>
                <a:endParaRPr lang="en-IN" dirty="0"/>
              </a:p>
              <a:p>
                <a:pPr/>
                <a14:m>
                  <m:oMathPara xmlns:m="http://schemas.openxmlformats.org/officeDocument/2006/math">
                    <m:oMath>
                      <m:r>
                        <a:rPr lang="en-IN">
                          <a:latin typeface="Cambria Math" panose="02040503050406030204" pitchFamily="18" charset="0"/>
                        </a:rPr>
                        <m:t>⇒</m:t>
                      </m:r>
                      <m:r>
                        <m:rPr>
                          <m:nor/>
                        </m:rPr>
                        <a:rPr lang="en-IN" i="0"/>
                        <m:t>Area </m:t>
                      </m:r>
                      <m:r>
                        <a:rPr lang="en-IN" i="1">
                          <a:latin typeface="Cambria Math" panose="02040503050406030204" pitchFamily="18" charset="0"/>
                        </a:rPr>
                        <m:t>𝐴𝐵𝐶𝐷</m:t>
                      </m:r>
                      <m:r>
                        <a:rPr lang="en-IN">
                          <a:latin typeface="Cambria Math" panose="02040503050406030204" pitchFamily="18" charset="0"/>
                        </a:rPr>
                        <m:t>−0=</m:t>
                      </m:r>
                      <m:nary>
                        <m:naryPr>
                          <m:limLoc m:val="subSup"/>
                          <m:ctrlPr>
                            <a:rPr lang="en-IN" i="1">
                              <a:latin typeface="Cambria Math" panose="02040503050406030204" pitchFamily="18" charset="0"/>
                            </a:rPr>
                          </m:ctrlPr>
                        </m:naryPr>
                        <m:sub>
                          <m:r>
                            <a:rPr lang="en-IN" i="1">
                              <a:latin typeface="Cambria Math" panose="02040503050406030204" pitchFamily="18" charset="0"/>
                            </a:rPr>
                            <m:t>𝑎</m:t>
                          </m:r>
                        </m:sub>
                        <m:sup>
                          <m:r>
                            <a:rPr lang="en-IN" i="1">
                              <a:latin typeface="Cambria Math" panose="02040503050406030204" pitchFamily="18" charset="0"/>
                            </a:rPr>
                            <m:t>𝑏</m:t>
                          </m:r>
                        </m:sup>
                        <m:e>
                          <m:r>
                            <a:rPr lang="en-IN" i="1">
                              <a:latin typeface="Cambria Math" panose="02040503050406030204" pitchFamily="18" charset="0"/>
                            </a:rPr>
                            <m:t>𝑦</m:t>
                          </m:r>
                        </m:e>
                      </m:nary>
                      <m:r>
                        <a:rPr lang="en-IN">
                          <a:latin typeface="Cambria Math" panose="02040503050406030204" pitchFamily="18" charset="0"/>
                        </a:rPr>
                        <m:t> </m:t>
                      </m:r>
                      <m:r>
                        <a:rPr lang="en-IN" i="1">
                          <a:latin typeface="Cambria Math" panose="02040503050406030204" pitchFamily="18" charset="0"/>
                        </a:rPr>
                        <m:t>𝑑𝑥</m:t>
                      </m:r>
                      <m:r>
                        <a:rPr lang="en-IN">
                          <a:latin typeface="Cambria Math" panose="02040503050406030204" pitchFamily="18" charset="0"/>
                        </a:rPr>
                        <m:t> </m:t>
                      </m:r>
                      <m:d>
                        <m:dPr>
                          <m:begChr m:val="["/>
                          <m:endChr m:val="]"/>
                          <m:ctrlPr>
                            <a:rPr lang="en-IN" i="1">
                              <a:latin typeface="Cambria Math" panose="02040503050406030204" pitchFamily="18" charset="0"/>
                            </a:rPr>
                          </m:ctrlPr>
                        </m:dPr>
                        <m:e>
                          <m:eqArr>
                            <m:eqArrPr>
                              <m:ctrlPr>
                                <a:rPr lang="en-IN" i="1">
                                  <a:latin typeface="Cambria Math" panose="02040503050406030204" pitchFamily="18" charset="0"/>
                                </a:rPr>
                              </m:ctrlPr>
                            </m:eqArrPr>
                            <m:e>
                              <m:r>
                                <m:rPr>
                                  <m:nor/>
                                </m:rPr>
                                <a:rPr lang="en-IN" i="0"/>
                                <m:t>When </m:t>
                              </m:r>
                              <m:r>
                                <a:rPr lang="en-IN" i="1">
                                  <a:latin typeface="Cambria Math" panose="02040503050406030204" pitchFamily="18" charset="0"/>
                                </a:rPr>
                                <m:t>𝑥</m:t>
                              </m:r>
                              <m:r>
                                <a:rPr lang="en-IN">
                                  <a:latin typeface="Cambria Math" panose="02040503050406030204" pitchFamily="18" charset="0"/>
                                </a:rPr>
                                <m:t>=</m:t>
                              </m:r>
                              <m:r>
                                <a:rPr lang="en-IN" i="1">
                                  <a:latin typeface="Cambria Math" panose="02040503050406030204" pitchFamily="18" charset="0"/>
                                </a:rPr>
                                <m:t>𝑎</m:t>
                              </m:r>
                              <m:r>
                                <a:rPr lang="en-IN">
                                  <a:latin typeface="Cambria Math" panose="02040503050406030204" pitchFamily="18" charset="0"/>
                                </a:rPr>
                                <m:t>,</m:t>
                              </m:r>
                              <m:r>
                                <a:rPr lang="en-IN" i="1">
                                  <a:latin typeface="Cambria Math" panose="02040503050406030204" pitchFamily="18" charset="0"/>
                                </a:rPr>
                                <m:t>𝑃𝐿</m:t>
                              </m:r>
                              <m:r>
                                <m:rPr>
                                  <m:nor/>
                                </m:rPr>
                                <a:rPr lang="en-IN" i="0"/>
                                <m:t> coincides with </m:t>
                              </m:r>
                              <m:r>
                                <a:rPr lang="en-IN" i="1">
                                  <a:latin typeface="Cambria Math" panose="02040503050406030204" pitchFamily="18" charset="0"/>
                                </a:rPr>
                                <m:t>𝐴𝐵</m:t>
                              </m:r>
                              <m:r>
                                <a:rPr lang="en-IN">
                                  <a:latin typeface="Cambria Math" panose="02040503050406030204" pitchFamily="18" charset="0"/>
                                </a:rPr>
                                <m:t>.</m:t>
                              </m:r>
                            </m:e>
                            <m:e>
                              <m:r>
                                <m:rPr>
                                  <m:nor/>
                                </m:rPr>
                                <a:rPr lang="en-IN" i="0"/>
                                <m:t>So, area </m:t>
                              </m:r>
                              <m:r>
                                <a:rPr lang="en-IN" i="1">
                                  <a:latin typeface="Cambria Math" panose="02040503050406030204" pitchFamily="18" charset="0"/>
                                </a:rPr>
                                <m:t>𝐴𝐵𝐿𝑃</m:t>
                              </m:r>
                              <m:r>
                                <a:rPr lang="en-IN">
                                  <a:latin typeface="Cambria Math" panose="02040503050406030204" pitchFamily="18" charset="0"/>
                                </a:rPr>
                                <m:t>=0</m:t>
                              </m:r>
                              <m:r>
                                <m:rPr>
                                  <m:nor/>
                                </m:rPr>
                                <a:rPr lang="en-IN" i="0"/>
                                <m:t> when </m:t>
                              </m:r>
                              <m:r>
                                <a:rPr lang="en-IN" i="1">
                                  <a:latin typeface="Cambria Math" panose="02040503050406030204" pitchFamily="18" charset="0"/>
                                </a:rPr>
                                <m:t>𝑥</m:t>
                              </m:r>
                              <m:r>
                                <a:rPr lang="en-IN">
                                  <a:latin typeface="Cambria Math" panose="02040503050406030204" pitchFamily="18" charset="0"/>
                                </a:rPr>
                                <m:t>=</m:t>
                              </m:r>
                              <m:r>
                                <a:rPr lang="en-IN" i="1">
                                  <a:latin typeface="Cambria Math" panose="02040503050406030204" pitchFamily="18" charset="0"/>
                                </a:rPr>
                                <m:t>𝑎</m:t>
                              </m:r>
                            </m:e>
                          </m:eqArr>
                        </m:e>
                      </m:d>
                    </m:oMath>
                  </m:oMathPara>
                </a14:m>
                <a:endParaRPr lang="en-IN" dirty="0"/>
              </a:p>
              <a:p>
                <a:pPr/>
                <a14:m>
                  <m:oMathPara xmlns:m="http://schemas.openxmlformats.org/officeDocument/2006/math">
                    <m:oMath>
                      <m:r>
                        <a:rPr lang="en-IN">
                          <a:latin typeface="Cambria Math" panose="02040503050406030204" pitchFamily="18" charset="0"/>
                        </a:rPr>
                        <m:t>⇒</m:t>
                      </m:r>
                      <m:r>
                        <m:rPr>
                          <m:nor/>
                        </m:rPr>
                        <a:rPr lang="en-IN" i="0"/>
                        <m:t>Area </m:t>
                      </m:r>
                      <m:r>
                        <a:rPr lang="en-IN" i="1">
                          <a:latin typeface="Cambria Math" panose="02040503050406030204" pitchFamily="18" charset="0"/>
                        </a:rPr>
                        <m:t>𝐴𝐵𝐶𝐷</m:t>
                      </m:r>
                      <m:r>
                        <a:rPr lang="en-IN">
                          <a:latin typeface="Cambria Math" panose="02040503050406030204" pitchFamily="18" charset="0"/>
                        </a:rPr>
                        <m:t>=</m:t>
                      </m:r>
                      <m:nary>
                        <m:naryPr>
                          <m:limLoc m:val="subSup"/>
                          <m:ctrlPr>
                            <a:rPr lang="en-IN" i="1">
                              <a:latin typeface="Cambria Math" panose="02040503050406030204" pitchFamily="18" charset="0"/>
                            </a:rPr>
                          </m:ctrlPr>
                        </m:naryPr>
                        <m:sub>
                          <m:r>
                            <a:rPr lang="en-IN" i="1">
                              <a:latin typeface="Cambria Math" panose="02040503050406030204" pitchFamily="18" charset="0"/>
                            </a:rPr>
                            <m:t>𝑎</m:t>
                          </m:r>
                        </m:sub>
                        <m:sup>
                          <m:r>
                            <a:rPr lang="en-IN" i="1">
                              <a:latin typeface="Cambria Math" panose="02040503050406030204" pitchFamily="18" charset="0"/>
                            </a:rPr>
                            <m:t>𝑏</m:t>
                          </m:r>
                        </m:sup>
                        <m:e>
                          <m:r>
                            <a:rPr lang="en-IN" i="1">
                              <a:latin typeface="Cambria Math" panose="02040503050406030204" pitchFamily="18" charset="0"/>
                            </a:rPr>
                            <m:t>𝑦</m:t>
                          </m:r>
                        </m:e>
                      </m:nary>
                      <m:r>
                        <a:rPr lang="en-IN">
                          <a:latin typeface="Cambria Math" panose="02040503050406030204" pitchFamily="18" charset="0"/>
                        </a:rPr>
                        <m:t> </m:t>
                      </m:r>
                      <m:r>
                        <a:rPr lang="en-IN" i="1">
                          <a:latin typeface="Cambria Math" panose="02040503050406030204" pitchFamily="18" charset="0"/>
                        </a:rPr>
                        <m:t>𝑑𝑥</m:t>
                      </m:r>
                      <m:r>
                        <a:rPr lang="en-IN">
                          <a:latin typeface="Cambria Math" panose="02040503050406030204" pitchFamily="18" charset="0"/>
                        </a:rPr>
                        <m:t>=</m:t>
                      </m:r>
                      <m:nary>
                        <m:naryPr>
                          <m:limLoc m:val="subSup"/>
                          <m:ctrlPr>
                            <a:rPr lang="en-IN" i="1">
                              <a:latin typeface="Cambria Math" panose="02040503050406030204" pitchFamily="18" charset="0"/>
                            </a:rPr>
                          </m:ctrlPr>
                        </m:naryPr>
                        <m:sub>
                          <m:r>
                            <a:rPr lang="en-IN" i="1">
                              <a:latin typeface="Cambria Math" panose="02040503050406030204" pitchFamily="18" charset="0"/>
                            </a:rPr>
                            <m:t>𝑎</m:t>
                          </m:r>
                        </m:sub>
                        <m:sup>
                          <m:r>
                            <a:rPr lang="en-IN" i="1">
                              <a:latin typeface="Cambria Math" panose="02040503050406030204" pitchFamily="18" charset="0"/>
                            </a:rPr>
                            <m:t>𝑏</m:t>
                          </m:r>
                        </m:sup>
                        <m:e>
                          <m:r>
                            <a:rPr lang="en-IN" i="1">
                              <a:latin typeface="Cambria Math" panose="02040503050406030204" pitchFamily="18" charset="0"/>
                            </a:rPr>
                            <m:t>𝑓</m:t>
                          </m:r>
                        </m:e>
                      </m:nary>
                      <m:d>
                        <m:dPr>
                          <m:ctrlPr>
                            <a:rPr lang="en-IN" i="1">
                              <a:latin typeface="Cambria Math" panose="02040503050406030204" pitchFamily="18" charset="0"/>
                            </a:rPr>
                          </m:ctrlPr>
                        </m:dPr>
                        <m:e>
                          <m:r>
                            <a:rPr lang="en-IN" i="1">
                              <a:latin typeface="Cambria Math" panose="02040503050406030204" pitchFamily="18" charset="0"/>
                            </a:rPr>
                            <m:t>𝑥</m:t>
                          </m:r>
                        </m:e>
                      </m:d>
                      <m:r>
                        <a:rPr lang="en-IN">
                          <a:latin typeface="Cambria Math" panose="02040503050406030204" pitchFamily="18" charset="0"/>
                        </a:rPr>
                        <m:t> </m:t>
                      </m:r>
                      <m:r>
                        <a:rPr lang="en-IN" i="1">
                          <a:latin typeface="Cambria Math" panose="02040503050406030204" pitchFamily="18" charset="0"/>
                        </a:rPr>
                        <m:t>𝑑𝑥</m:t>
                      </m:r>
                    </m:oMath>
                  </m:oMathPara>
                </a14:m>
                <a:endParaRPr lang="en-IN" dirty="0"/>
              </a:p>
              <a:p>
                <a:endParaRPr lang="en-IN" dirty="0"/>
              </a:p>
              <a:p>
                <a:endParaRPr lang="en-IN" dirty="0"/>
              </a:p>
              <a:p>
                <a:endParaRPr lang="en-IN" dirty="0"/>
              </a:p>
            </p:txBody>
          </p:sp>
        </mc:Choice>
        <mc:Fallback xmlns="">
          <p:sp>
            <p:nvSpPr>
              <p:cNvPr id="16" name="TextBox 15">
                <a:extLst>
                  <a:ext uri="{FF2B5EF4-FFF2-40B4-BE49-F238E27FC236}">
                    <a16:creationId xmlns:a16="http://schemas.microsoft.com/office/drawing/2014/main" id="{ACA189D7-68CA-F042-2C25-F73A64086B83}"/>
                  </a:ext>
                </a:extLst>
              </p:cNvPr>
              <p:cNvSpPr txBox="1">
                <a:spLocks noRot="1" noChangeAspect="1" noMove="1" noResize="1" noEditPoints="1" noAdjustHandles="1" noChangeArrowheads="1" noChangeShapeType="1" noTextEdit="1"/>
              </p:cNvSpPr>
              <p:nvPr/>
            </p:nvSpPr>
            <p:spPr>
              <a:xfrm>
                <a:off x="4139183" y="3360370"/>
                <a:ext cx="6566892" cy="4335546"/>
              </a:xfrm>
              <a:prstGeom prst="rect">
                <a:avLst/>
              </a:prstGeom>
              <a:blipFill>
                <a:blip r:embed="rId5"/>
                <a:stretch>
                  <a:fillRect/>
                </a:stretch>
              </a:blipFill>
            </p:spPr>
            <p:txBody>
              <a:bodyPr/>
              <a:lstStyle/>
              <a:p>
                <a:r>
                  <a:rPr lang="en-IN">
                    <a:noFill/>
                  </a:rPr>
                  <a:t> </a:t>
                </a:r>
              </a:p>
            </p:txBody>
          </p:sp>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008"/>
                                        </p:tgtEl>
                                        <p:attrNameLst>
                                          <p:attrName>style.visibility</p:attrName>
                                        </p:attrNameLst>
                                      </p:cBhvr>
                                      <p:to>
                                        <p:strVal val="visible"/>
                                      </p:to>
                                    </p:set>
                                    <p:animEffect transition="in" filter="fade">
                                      <p:cBhvr>
                                        <p:cTn id="7" dur="1000"/>
                                        <p:tgtEl>
                                          <p:spTgt spid="3008"/>
                                        </p:tgtEl>
                                      </p:cBhvr>
                                    </p:animEffect>
                                    <p:anim calcmode="lin" valueType="num">
                                      <p:cBhvr>
                                        <p:cTn id="8" dur="1000" fill="hold"/>
                                        <p:tgtEl>
                                          <p:spTgt spid="3008"/>
                                        </p:tgtEl>
                                        <p:attrNameLst>
                                          <p:attrName>ppt_x</p:attrName>
                                        </p:attrNameLst>
                                      </p:cBhvr>
                                      <p:tavLst>
                                        <p:tav tm="0">
                                          <p:val>
                                            <p:strVal val="#ppt_x"/>
                                          </p:val>
                                        </p:tav>
                                        <p:tav tm="100000">
                                          <p:val>
                                            <p:strVal val="#ppt_x"/>
                                          </p:val>
                                        </p:tav>
                                      </p:tavLst>
                                    </p:anim>
                                    <p:anim calcmode="lin" valueType="num">
                                      <p:cBhvr>
                                        <p:cTn id="9" dur="1000" fill="hold"/>
                                        <p:tgtEl>
                                          <p:spTgt spid="300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1000"/>
                                        <p:tgtEl>
                                          <p:spTgt spid="11"/>
                                        </p:tgtEl>
                                      </p:cBhvr>
                                    </p:animEffect>
                                    <p:anim calcmode="lin" valueType="num">
                                      <p:cBhvr>
                                        <p:cTn id="22" dur="1000" fill="hold"/>
                                        <p:tgtEl>
                                          <p:spTgt spid="11"/>
                                        </p:tgtEl>
                                        <p:attrNameLst>
                                          <p:attrName>ppt_x</p:attrName>
                                        </p:attrNameLst>
                                      </p:cBhvr>
                                      <p:tavLst>
                                        <p:tav tm="0">
                                          <p:val>
                                            <p:strVal val="#ppt_x"/>
                                          </p:val>
                                        </p:tav>
                                        <p:tav tm="100000">
                                          <p:val>
                                            <p:strVal val="#ppt_x"/>
                                          </p:val>
                                        </p:tav>
                                      </p:tavLst>
                                    </p:anim>
                                    <p:anim calcmode="lin" valueType="num">
                                      <p:cBhvr>
                                        <p:cTn id="2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1000"/>
                                        <p:tgtEl>
                                          <p:spTgt spid="15"/>
                                        </p:tgtEl>
                                      </p:cBhvr>
                                    </p:animEffect>
                                    <p:anim calcmode="lin" valueType="num">
                                      <p:cBhvr>
                                        <p:cTn id="36" dur="1000" fill="hold"/>
                                        <p:tgtEl>
                                          <p:spTgt spid="15"/>
                                        </p:tgtEl>
                                        <p:attrNameLst>
                                          <p:attrName>ppt_x</p:attrName>
                                        </p:attrNameLst>
                                      </p:cBhvr>
                                      <p:tavLst>
                                        <p:tav tm="0">
                                          <p:val>
                                            <p:strVal val="#ppt_x"/>
                                          </p:val>
                                        </p:tav>
                                        <p:tav tm="100000">
                                          <p:val>
                                            <p:strVal val="#ppt_x"/>
                                          </p:val>
                                        </p:tav>
                                      </p:tavLst>
                                    </p:anim>
                                    <p:anim calcmode="lin" valueType="num">
                                      <p:cBhvr>
                                        <p:cTn id="37"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1000"/>
                                        <p:tgtEl>
                                          <p:spTgt spid="16"/>
                                        </p:tgtEl>
                                      </p:cBhvr>
                                    </p:animEffect>
                                    <p:anim calcmode="lin" valueType="num">
                                      <p:cBhvr>
                                        <p:cTn id="43" dur="1000" fill="hold"/>
                                        <p:tgtEl>
                                          <p:spTgt spid="16"/>
                                        </p:tgtEl>
                                        <p:attrNameLst>
                                          <p:attrName>ppt_x</p:attrName>
                                        </p:attrNameLst>
                                      </p:cBhvr>
                                      <p:tavLst>
                                        <p:tav tm="0">
                                          <p:val>
                                            <p:strVal val="#ppt_x"/>
                                          </p:val>
                                        </p:tav>
                                        <p:tav tm="100000">
                                          <p:val>
                                            <p:strVal val="#ppt_x"/>
                                          </p:val>
                                        </p:tav>
                                      </p:tavLst>
                                    </p:anim>
                                    <p:anim calcmode="lin" valueType="num">
                                      <p:cBhvr>
                                        <p:cTn id="44"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8" grpId="0"/>
      <p:bldP spid="9" grpId="0"/>
      <p:bldP spid="11" grpId="0"/>
      <p:bldP spid="15" grpId="0"/>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3235"/>
        <p:cNvGrpSpPr/>
        <p:nvPr/>
      </p:nvGrpSpPr>
      <p:grpSpPr>
        <a:xfrm>
          <a:off x="0" y="0"/>
          <a:ext cx="0" cy="0"/>
          <a:chOff x="0" y="0"/>
          <a:chExt cx="0" cy="0"/>
        </a:xfrm>
      </p:grpSpPr>
      <p:sp>
        <p:nvSpPr>
          <p:cNvPr id="3236" name="Google Shape;3236;p46"/>
          <p:cNvSpPr txBox="1">
            <a:spLocks noGrp="1"/>
          </p:cNvSpPr>
          <p:nvPr>
            <p:ph type="title"/>
          </p:nvPr>
        </p:nvSpPr>
        <p:spPr>
          <a:xfrm>
            <a:off x="960000" y="2802687"/>
            <a:ext cx="9875296" cy="1943101"/>
          </a:xfrm>
          <a:prstGeom prst="rect">
            <a:avLst/>
          </a:prstGeom>
        </p:spPr>
        <p:txBody>
          <a:bodyPr spcFirstLastPara="1" vert="horz" wrap="square" lIns="121900" tIns="121900" rIns="121900" bIns="121900" rtlCol="0" anchor="b" anchorCtr="0">
            <a:noAutofit/>
          </a:bodyPr>
          <a:lstStyle/>
          <a:p>
            <a:r>
              <a:rPr lang="en-IN" sz="5400" b="1" dirty="0">
                <a:latin typeface="Papyrus" panose="03070502060502030205" pitchFamily="66" charset="0"/>
              </a:rPr>
              <a:t>Area Using Vertical Stripe’s </a:t>
            </a:r>
          </a:p>
        </p:txBody>
      </p:sp>
      <p:sp>
        <p:nvSpPr>
          <p:cNvPr id="3238" name="Google Shape;3238;p46"/>
          <p:cNvSpPr txBox="1">
            <a:spLocks noGrp="1"/>
          </p:cNvSpPr>
          <p:nvPr>
            <p:ph type="title" idx="2"/>
          </p:nvPr>
        </p:nvSpPr>
        <p:spPr>
          <a:xfrm>
            <a:off x="960000" y="1123633"/>
            <a:ext cx="2438400" cy="1782400"/>
          </a:xfrm>
          <a:prstGeom prst="rect">
            <a:avLst/>
          </a:prstGeom>
        </p:spPr>
        <p:txBody>
          <a:bodyPr spcFirstLastPara="1" vert="horz" wrap="square" lIns="121900" tIns="121900" rIns="121900" bIns="121900" rtlCol="0" anchor="ctr" anchorCtr="0">
            <a:noAutofit/>
          </a:bodyPr>
          <a:lstStyle/>
          <a:p>
            <a:r>
              <a:rPr lang="en">
                <a:latin typeface="Papyrus" panose="03070502060502030205" pitchFamily="66" charset="0"/>
              </a:rPr>
              <a:t>02</a:t>
            </a:r>
            <a:endParaRPr>
              <a:latin typeface="Papyrus" panose="03070502060502030205" pitchFamily="66" charset="0"/>
            </a:endParaRPr>
          </a:p>
        </p:txBody>
      </p:sp>
      <p:pic>
        <p:nvPicPr>
          <p:cNvPr id="3239" name="Google Shape;3239;p46"/>
          <p:cNvPicPr preferRelativeResize="0"/>
          <p:nvPr/>
        </p:nvPicPr>
        <p:blipFill>
          <a:blip r:embed="rId3">
            <a:alphaModFix/>
          </a:blip>
          <a:stretch>
            <a:fillRect/>
          </a:stretch>
        </p:blipFill>
        <p:spPr>
          <a:xfrm rot="690840" flipH="1">
            <a:off x="7947767" y="5524529"/>
            <a:ext cx="4110448" cy="975360"/>
          </a:xfrm>
          <a:prstGeom prst="rect">
            <a:avLst/>
          </a:prstGeom>
          <a:noFill/>
          <a:ln>
            <a:noFill/>
          </a:ln>
        </p:spPr>
      </p:pic>
      <p:pic>
        <p:nvPicPr>
          <p:cNvPr id="3240" name="Google Shape;3240;p46"/>
          <p:cNvPicPr preferRelativeResize="0"/>
          <p:nvPr/>
        </p:nvPicPr>
        <p:blipFill>
          <a:blip r:embed="rId4">
            <a:alphaModFix/>
          </a:blip>
          <a:stretch>
            <a:fillRect/>
          </a:stretch>
        </p:blipFill>
        <p:spPr>
          <a:xfrm rot="-503466">
            <a:off x="10283527" y="628101"/>
            <a:ext cx="1896964" cy="2560319"/>
          </a:xfrm>
          <a:prstGeom prst="rect">
            <a:avLst/>
          </a:prstGeom>
          <a:noFill/>
          <a:ln>
            <a:noFill/>
          </a:ln>
        </p:spPr>
      </p:pic>
      <p:pic>
        <p:nvPicPr>
          <p:cNvPr id="3241" name="Google Shape;3241;p46"/>
          <p:cNvPicPr preferRelativeResize="0"/>
          <p:nvPr/>
        </p:nvPicPr>
        <p:blipFill>
          <a:blip r:embed="rId5">
            <a:alphaModFix/>
          </a:blip>
          <a:stretch>
            <a:fillRect/>
          </a:stretch>
        </p:blipFill>
        <p:spPr>
          <a:xfrm rot="-5400000" flipH="1">
            <a:off x="7858586" y="1501747"/>
            <a:ext cx="1943100" cy="1828800"/>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236"/>
                                        </p:tgtEl>
                                        <p:attrNameLst>
                                          <p:attrName>style.visibility</p:attrName>
                                        </p:attrNameLst>
                                      </p:cBhvr>
                                      <p:to>
                                        <p:strVal val="visible"/>
                                      </p:to>
                                    </p:set>
                                    <p:animEffect transition="in" filter="fade">
                                      <p:cBhvr>
                                        <p:cTn id="7" dur="1000"/>
                                        <p:tgtEl>
                                          <p:spTgt spid="3236"/>
                                        </p:tgtEl>
                                      </p:cBhvr>
                                    </p:animEffect>
                                    <p:anim calcmode="lin" valueType="num">
                                      <p:cBhvr>
                                        <p:cTn id="8" dur="1000" fill="hold"/>
                                        <p:tgtEl>
                                          <p:spTgt spid="3236"/>
                                        </p:tgtEl>
                                        <p:attrNameLst>
                                          <p:attrName>ppt_x</p:attrName>
                                        </p:attrNameLst>
                                      </p:cBhvr>
                                      <p:tavLst>
                                        <p:tav tm="0">
                                          <p:val>
                                            <p:strVal val="#ppt_x"/>
                                          </p:val>
                                        </p:tav>
                                        <p:tav tm="100000">
                                          <p:val>
                                            <p:strVal val="#ppt_x"/>
                                          </p:val>
                                        </p:tav>
                                      </p:tavLst>
                                    </p:anim>
                                    <p:anim calcmode="lin" valueType="num">
                                      <p:cBhvr>
                                        <p:cTn id="9" dur="1000" fill="hold"/>
                                        <p:tgtEl>
                                          <p:spTgt spid="32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36" grpId="0"/>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3E426E1-405C-839F-FE1D-206160AAC63D}"/>
                  </a:ext>
                </a:extLst>
              </p:cNvPr>
              <p:cNvSpPr txBox="1"/>
              <p:nvPr/>
            </p:nvSpPr>
            <p:spPr>
              <a:xfrm>
                <a:off x="284480" y="148865"/>
                <a:ext cx="11775440" cy="646331"/>
              </a:xfrm>
              <a:prstGeom prst="rect">
                <a:avLst/>
              </a:prstGeom>
              <a:noFill/>
            </p:spPr>
            <p:txBody>
              <a:bodyPr wrap="square" rtlCol="0">
                <a:spAutoFit/>
              </a:bodyPr>
              <a:lstStyle/>
              <a:p>
                <a:r>
                  <a:rPr lang="en-IN" dirty="0">
                    <a:latin typeface="Segoe Print" panose="02000600000000000000" pitchFamily="2" charset="0"/>
                  </a:rPr>
                  <a:t>In order to find the area of the region bounded by the curve </a:t>
                </a:r>
                <a14:m>
                  <m:oMath xmlns:m="http://schemas.openxmlformats.org/officeDocument/2006/math">
                    <m:r>
                      <a:rPr lang="en-IN" i="1">
                        <a:latin typeface="Cambria Math" panose="02040503050406030204" pitchFamily="18" charset="0"/>
                      </a:rPr>
                      <m:t>𝑦</m:t>
                    </m:r>
                    <m:r>
                      <a:rPr lang="en-IN">
                        <a:latin typeface="Cambria Math" panose="02040503050406030204" pitchFamily="18" charset="0"/>
                      </a:rPr>
                      <m:t>=</m:t>
                    </m:r>
                    <m:r>
                      <a:rPr lang="en-IN" i="1">
                        <a:latin typeface="Cambria Math" panose="02040503050406030204" pitchFamily="18" charset="0"/>
                      </a:rPr>
                      <m:t>𝑓</m:t>
                    </m:r>
                    <m:d>
                      <m:dPr>
                        <m:ctrlPr>
                          <a:rPr lang="en-IN" i="1">
                            <a:latin typeface="Cambria Math" panose="02040503050406030204" pitchFamily="18" charset="0"/>
                          </a:rPr>
                        </m:ctrlPr>
                      </m:dPr>
                      <m:e>
                        <m:r>
                          <a:rPr lang="en-IN" i="1">
                            <a:latin typeface="Cambria Math" panose="02040503050406030204" pitchFamily="18" charset="0"/>
                          </a:rPr>
                          <m:t>𝑥</m:t>
                        </m:r>
                      </m:e>
                    </m:d>
                  </m:oMath>
                </a14:m>
                <a:r>
                  <a:rPr lang="en-IN" dirty="0">
                    <a:latin typeface="Segoe Print" panose="02000600000000000000" pitchFamily="2" charset="0"/>
                  </a:rPr>
                  <a:t>, </a:t>
                </a:r>
                <a14:m>
                  <m:oMath xmlns:m="http://schemas.openxmlformats.org/officeDocument/2006/math">
                    <m:r>
                      <a:rPr lang="en-IN" i="1">
                        <a:latin typeface="Cambria Math" panose="02040503050406030204" pitchFamily="18" charset="0"/>
                      </a:rPr>
                      <m:t>𝑥</m:t>
                    </m:r>
                  </m:oMath>
                </a14:m>
                <a:r>
                  <a:rPr lang="en-IN" dirty="0">
                    <a:latin typeface="Segoe Print" panose="02000600000000000000" pitchFamily="2" charset="0"/>
                  </a:rPr>
                  <a:t>-axis and the ordinates </a:t>
                </a:r>
                <a14:m>
                  <m:oMath xmlns:m="http://schemas.openxmlformats.org/officeDocument/2006/math">
                    <m:r>
                      <a:rPr lang="en-IN" i="1">
                        <a:latin typeface="Cambria Math" panose="02040503050406030204" pitchFamily="18" charset="0"/>
                      </a:rPr>
                      <m:t>𝑥</m:t>
                    </m:r>
                    <m:r>
                      <a:rPr lang="en-IN">
                        <a:latin typeface="Cambria Math" panose="02040503050406030204" pitchFamily="18" charset="0"/>
                      </a:rPr>
                      <m:t>=</m:t>
                    </m:r>
                    <m:r>
                      <a:rPr lang="en-IN" i="1">
                        <a:latin typeface="Cambria Math" panose="02040503050406030204" pitchFamily="18" charset="0"/>
                      </a:rPr>
                      <m:t>𝑎</m:t>
                    </m:r>
                  </m:oMath>
                </a14:m>
                <a:r>
                  <a:rPr lang="en-IN" dirty="0">
                    <a:latin typeface="Segoe Print" panose="02000600000000000000" pitchFamily="2" charset="0"/>
                  </a:rPr>
                  <a:t>and </a:t>
                </a:r>
                <a14:m>
                  <m:oMath xmlns:m="http://schemas.openxmlformats.org/officeDocument/2006/math">
                    <m:r>
                      <a:rPr lang="en-IN" i="1">
                        <a:latin typeface="Cambria Math" panose="02040503050406030204" pitchFamily="18" charset="0"/>
                      </a:rPr>
                      <m:t>𝑥</m:t>
                    </m:r>
                    <m:r>
                      <a:rPr lang="en-IN">
                        <a:latin typeface="Cambria Math" panose="02040503050406030204" pitchFamily="18" charset="0"/>
                      </a:rPr>
                      <m:t>=</m:t>
                    </m:r>
                    <m:r>
                      <a:rPr lang="en-IN" i="1">
                        <a:latin typeface="Cambria Math" panose="02040503050406030204" pitchFamily="18" charset="0"/>
                      </a:rPr>
                      <m:t>𝑏</m:t>
                    </m:r>
                  </m:oMath>
                </a14:m>
                <a:r>
                  <a:rPr lang="en-IN" dirty="0">
                    <a:latin typeface="Segoe Print" panose="02000600000000000000" pitchFamily="2" charset="0"/>
                  </a:rPr>
                  <a:t>, we may use the following algorithm. </a:t>
                </a:r>
              </a:p>
            </p:txBody>
          </p:sp>
        </mc:Choice>
        <mc:Fallback xmlns="">
          <p:sp>
            <p:nvSpPr>
              <p:cNvPr id="3" name="TextBox 2">
                <a:extLst>
                  <a:ext uri="{FF2B5EF4-FFF2-40B4-BE49-F238E27FC236}">
                    <a16:creationId xmlns:a16="http://schemas.microsoft.com/office/drawing/2014/main" id="{A3E426E1-405C-839F-FE1D-206160AAC63D}"/>
                  </a:ext>
                </a:extLst>
              </p:cNvPr>
              <p:cNvSpPr txBox="1">
                <a:spLocks noRot="1" noChangeAspect="1" noMove="1" noResize="1" noEditPoints="1" noAdjustHandles="1" noChangeArrowheads="1" noChangeShapeType="1" noTextEdit="1"/>
              </p:cNvSpPr>
              <p:nvPr/>
            </p:nvSpPr>
            <p:spPr>
              <a:xfrm>
                <a:off x="284480" y="148865"/>
                <a:ext cx="11775440" cy="646331"/>
              </a:xfrm>
              <a:prstGeom prst="rect">
                <a:avLst/>
              </a:prstGeom>
              <a:blipFill>
                <a:blip r:embed="rId2"/>
                <a:stretch>
                  <a:fillRect l="-466" t="-3774" b="-15094"/>
                </a:stretch>
              </a:blipFill>
            </p:spPr>
            <p:txBody>
              <a:bodyPr/>
              <a:lstStyle/>
              <a:p>
                <a:r>
                  <a:rPr lang="en-IN">
                    <a:noFill/>
                  </a:rPr>
                  <a:t> </a:t>
                </a:r>
              </a:p>
            </p:txBody>
          </p:sp>
        </mc:Fallback>
      </mc:AlternateContent>
      <p:sp>
        <p:nvSpPr>
          <p:cNvPr id="4" name="TextBox 3">
            <a:extLst>
              <a:ext uri="{FF2B5EF4-FFF2-40B4-BE49-F238E27FC236}">
                <a16:creationId xmlns:a16="http://schemas.microsoft.com/office/drawing/2014/main" id="{1B13391E-2418-FEB3-B5C8-F746DBDAD667}"/>
              </a:ext>
            </a:extLst>
          </p:cNvPr>
          <p:cNvSpPr txBox="1"/>
          <p:nvPr/>
        </p:nvSpPr>
        <p:spPr>
          <a:xfrm>
            <a:off x="284480" y="919666"/>
            <a:ext cx="11775440" cy="523220"/>
          </a:xfrm>
          <a:prstGeom prst="rect">
            <a:avLst/>
          </a:prstGeom>
          <a:noFill/>
        </p:spPr>
        <p:txBody>
          <a:bodyPr wrap="square" rtlCol="0">
            <a:spAutoFit/>
          </a:bodyPr>
          <a:lstStyle/>
          <a:p>
            <a:r>
              <a:rPr lang="en-IN" sz="2800" b="1" dirty="0">
                <a:solidFill>
                  <a:srgbClr val="00B0F0"/>
                </a:solidFill>
                <a:latin typeface="Bahnschrift" panose="020B0502040204020203" pitchFamily="34" charset="0"/>
              </a:rPr>
              <a:t>ALGORITHM</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C0102F2-B607-414E-8DD0-AF8C90AC781B}"/>
                  </a:ext>
                </a:extLst>
              </p:cNvPr>
              <p:cNvSpPr txBox="1"/>
              <p:nvPr/>
            </p:nvSpPr>
            <p:spPr>
              <a:xfrm>
                <a:off x="284480" y="1567356"/>
                <a:ext cx="11775440" cy="4766561"/>
              </a:xfrm>
              <a:prstGeom prst="rect">
                <a:avLst/>
              </a:prstGeom>
              <a:noFill/>
            </p:spPr>
            <p:txBody>
              <a:bodyPr wrap="square" rtlCol="0">
                <a:spAutoFit/>
              </a:bodyPr>
              <a:lstStyle/>
              <a:p>
                <a:pPr lvl="0"/>
                <a:r>
                  <a:rPr lang="en-IN" b="1" dirty="0">
                    <a:latin typeface="Segoe Print" panose="02000600000000000000" pitchFamily="2" charset="0"/>
                  </a:rPr>
                  <a:t>Step I:</a:t>
                </a:r>
                <a:r>
                  <a:rPr lang="en-IN" dirty="0">
                    <a:latin typeface="Segoe Print" panose="02000600000000000000" pitchFamily="2" charset="0"/>
                  </a:rPr>
                  <a:t> Make a sketch of the curve and identify the region whose area is to be found. </a:t>
                </a:r>
              </a:p>
              <a:p>
                <a:pPr lvl="0"/>
                <a:endParaRPr lang="en-IN" dirty="0">
                  <a:latin typeface="Segoe Print" panose="02000600000000000000" pitchFamily="2" charset="0"/>
                </a:endParaRPr>
              </a:p>
              <a:p>
                <a:pPr lvl="0"/>
                <a:r>
                  <a:rPr lang="en-IN" b="1" dirty="0">
                    <a:latin typeface="Segoe Print" panose="02000600000000000000" pitchFamily="2" charset="0"/>
                  </a:rPr>
                  <a:t>Step II:</a:t>
                </a:r>
                <a:r>
                  <a:rPr lang="en-IN" dirty="0">
                    <a:latin typeface="Segoe Print" panose="02000600000000000000" pitchFamily="2" charset="0"/>
                  </a:rPr>
                  <a:t> Slice the region into vertical strips. Take an arbitrary point </a:t>
                </a:r>
                <a14:m>
                  <m:oMath xmlns:m="http://schemas.openxmlformats.org/officeDocument/2006/math">
                    <m:r>
                      <a:rPr lang="en-IN" i="1">
                        <a:latin typeface="Cambria Math" panose="02040503050406030204" pitchFamily="18" charset="0"/>
                      </a:rPr>
                      <m:t>𝑃</m:t>
                    </m:r>
                    <m:d>
                      <m:dPr>
                        <m:ctrlPr>
                          <a:rPr lang="en-IN" i="1">
                            <a:latin typeface="Cambria Math" panose="02040503050406030204" pitchFamily="18" charset="0"/>
                          </a:rPr>
                        </m:ctrlPr>
                      </m:dPr>
                      <m:e>
                        <m:r>
                          <a:rPr lang="en-IN" i="1">
                            <a:latin typeface="Cambria Math" panose="02040503050406030204" pitchFamily="18" charset="0"/>
                          </a:rPr>
                          <m:t>𝑥</m:t>
                        </m:r>
                        <m:r>
                          <a:rPr lang="en-IN">
                            <a:latin typeface="Cambria Math" panose="02040503050406030204" pitchFamily="18" charset="0"/>
                          </a:rPr>
                          <m:t>,</m:t>
                        </m:r>
                        <m:r>
                          <a:rPr lang="en-IN" i="1">
                            <a:latin typeface="Cambria Math" panose="02040503050406030204" pitchFamily="18" charset="0"/>
                          </a:rPr>
                          <m:t>𝑦</m:t>
                        </m:r>
                      </m:e>
                    </m:d>
                  </m:oMath>
                </a14:m>
                <a:r>
                  <a:rPr lang="en-IN" dirty="0">
                    <a:latin typeface="Segoe Print" panose="02000600000000000000" pitchFamily="2" charset="0"/>
                  </a:rPr>
                  <a:t>on the curve and construct a representative strip of width </a:t>
                </a:r>
                <a14:m>
                  <m:oMath xmlns:m="http://schemas.openxmlformats.org/officeDocument/2006/math">
                    <m:r>
                      <a:rPr lang="en-IN" i="1">
                        <a:latin typeface="Cambria Math" panose="02040503050406030204" pitchFamily="18" charset="0"/>
                      </a:rPr>
                      <m:t>𝑑𝑥</m:t>
                    </m:r>
                  </m:oMath>
                </a14:m>
                <a:r>
                  <a:rPr lang="en-IN" dirty="0">
                    <a:latin typeface="Segoe Print" panose="02000600000000000000" pitchFamily="2" charset="0"/>
                  </a:rPr>
                  <a:t>having two ends of its base on </a:t>
                </a:r>
                <a14:m>
                  <m:oMath xmlns:m="http://schemas.openxmlformats.org/officeDocument/2006/math">
                    <m:r>
                      <a:rPr lang="en-IN" i="1">
                        <a:latin typeface="Cambria Math" panose="02040503050406030204" pitchFamily="18" charset="0"/>
                      </a:rPr>
                      <m:t>𝑥</m:t>
                    </m:r>
                  </m:oMath>
                </a14:m>
                <a:r>
                  <a:rPr lang="en-IN" dirty="0">
                    <a:latin typeface="Segoe Print" panose="02000600000000000000" pitchFamily="2" charset="0"/>
                  </a:rPr>
                  <a:t>-axis at points </a:t>
                </a:r>
                <a14:m>
                  <m:oMath xmlns:m="http://schemas.openxmlformats.org/officeDocument/2006/math">
                    <m:d>
                      <m:dPr>
                        <m:ctrlPr>
                          <a:rPr lang="en-IN" i="1">
                            <a:latin typeface="Cambria Math" panose="02040503050406030204" pitchFamily="18" charset="0"/>
                          </a:rPr>
                        </m:ctrlPr>
                      </m:dPr>
                      <m:e>
                        <m:r>
                          <a:rPr lang="en-IN" i="1">
                            <a:latin typeface="Cambria Math" panose="02040503050406030204" pitchFamily="18" charset="0"/>
                          </a:rPr>
                          <m:t>𝑥</m:t>
                        </m:r>
                        <m:r>
                          <a:rPr lang="en-IN">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𝑑𝑥</m:t>
                            </m:r>
                          </m:num>
                          <m:den>
                            <m:r>
                              <a:rPr lang="en-IN">
                                <a:latin typeface="Cambria Math" panose="02040503050406030204" pitchFamily="18" charset="0"/>
                              </a:rPr>
                              <m:t>2</m:t>
                            </m:r>
                          </m:den>
                        </m:f>
                        <m:r>
                          <a:rPr lang="en-IN">
                            <a:latin typeface="Cambria Math" panose="02040503050406030204" pitchFamily="18" charset="0"/>
                          </a:rPr>
                          <m:t>,0</m:t>
                        </m:r>
                      </m:e>
                    </m:d>
                  </m:oMath>
                </a14:m>
                <a:r>
                  <a:rPr lang="en-IN" dirty="0">
                    <a:latin typeface="Segoe Print" panose="02000600000000000000" pitchFamily="2" charset="0"/>
                  </a:rPr>
                  <a:t>and </a:t>
                </a:r>
                <a14:m>
                  <m:oMath xmlns:m="http://schemas.openxmlformats.org/officeDocument/2006/math">
                    <m:d>
                      <m:dPr>
                        <m:ctrlPr>
                          <a:rPr lang="en-IN" i="1">
                            <a:latin typeface="Cambria Math" panose="02040503050406030204" pitchFamily="18" charset="0"/>
                          </a:rPr>
                        </m:ctrlPr>
                      </m:dPr>
                      <m:e>
                        <m:r>
                          <a:rPr lang="en-IN" i="1">
                            <a:latin typeface="Cambria Math" panose="02040503050406030204" pitchFamily="18" charset="0"/>
                          </a:rPr>
                          <m:t>𝑥</m:t>
                        </m:r>
                        <m:r>
                          <a:rPr lang="en-IN">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𝑑𝑥</m:t>
                            </m:r>
                          </m:num>
                          <m:den>
                            <m:r>
                              <a:rPr lang="en-IN">
                                <a:latin typeface="Cambria Math" panose="02040503050406030204" pitchFamily="18" charset="0"/>
                              </a:rPr>
                              <m:t>2</m:t>
                            </m:r>
                          </m:den>
                        </m:f>
                        <m:r>
                          <a:rPr lang="en-IN">
                            <a:latin typeface="Cambria Math" panose="02040503050406030204" pitchFamily="18" charset="0"/>
                          </a:rPr>
                          <m:t>,0</m:t>
                        </m:r>
                      </m:e>
                    </m:d>
                  </m:oMath>
                </a14:m>
                <a:r>
                  <a:rPr lang="en-IN" dirty="0">
                    <a:latin typeface="Segoe Print" panose="02000600000000000000" pitchFamily="2" charset="0"/>
                  </a:rPr>
                  <a:t>and </a:t>
                </a:r>
                <a14:m>
                  <m:oMath xmlns:m="http://schemas.openxmlformats.org/officeDocument/2006/math">
                    <m:d>
                      <m:dPr>
                        <m:ctrlPr>
                          <a:rPr lang="en-IN" i="1">
                            <a:latin typeface="Cambria Math" panose="02040503050406030204" pitchFamily="18" charset="0"/>
                          </a:rPr>
                        </m:ctrlPr>
                      </m:dPr>
                      <m:e>
                        <m:r>
                          <a:rPr lang="en-IN" i="1">
                            <a:latin typeface="Cambria Math" panose="02040503050406030204" pitchFamily="18" charset="0"/>
                          </a:rPr>
                          <m:t>𝑥</m:t>
                        </m:r>
                        <m:r>
                          <a:rPr lang="en-IN">
                            <a:latin typeface="Cambria Math" panose="02040503050406030204" pitchFamily="18" charset="0"/>
                          </a:rPr>
                          <m:t>,0</m:t>
                        </m:r>
                      </m:e>
                    </m:d>
                  </m:oMath>
                </a14:m>
                <a:r>
                  <a:rPr lang="en-IN" dirty="0">
                    <a:latin typeface="Segoe Print" panose="02000600000000000000" pitchFamily="2" charset="0"/>
                  </a:rPr>
                  <a:t>as the mid-point of its base. </a:t>
                </a:r>
              </a:p>
              <a:p>
                <a:pPr lvl="0"/>
                <a:endParaRPr lang="en-IN" b="1" dirty="0">
                  <a:latin typeface="Segoe Print" panose="02000600000000000000" pitchFamily="2" charset="0"/>
                </a:endParaRPr>
              </a:p>
              <a:p>
                <a:pPr lvl="0"/>
                <a:r>
                  <a:rPr lang="en-IN" b="1" dirty="0">
                    <a:latin typeface="Segoe Print" panose="02000600000000000000" pitchFamily="2" charset="0"/>
                  </a:rPr>
                  <a:t>Step III:</a:t>
                </a:r>
                <a:r>
                  <a:rPr lang="en-IN" dirty="0">
                    <a:latin typeface="Segoe Print" panose="02000600000000000000" pitchFamily="2" charset="0"/>
                  </a:rPr>
                  <a:t> Construct an approximating rectangle whose base is same as that of the representative strip and height equal to </a:t>
                </a:r>
                <a14:m>
                  <m:oMath xmlns:m="http://schemas.openxmlformats.org/officeDocument/2006/math">
                    <m:r>
                      <a:rPr lang="en-IN">
                        <a:latin typeface="Cambria Math" panose="02040503050406030204" pitchFamily="18" charset="0"/>
                      </a:rPr>
                      <m:t>|</m:t>
                    </m:r>
                    <m:r>
                      <a:rPr lang="en-IN" i="1">
                        <a:latin typeface="Cambria Math" panose="02040503050406030204" pitchFamily="18" charset="0"/>
                      </a:rPr>
                      <m:t>𝑦</m:t>
                    </m:r>
                    <m:r>
                      <a:rPr lang="en-IN">
                        <a:latin typeface="Cambria Math" panose="02040503050406030204" pitchFamily="18" charset="0"/>
                      </a:rPr>
                      <m:t>|=|</m:t>
                    </m:r>
                    <m:r>
                      <a:rPr lang="en-IN" i="1">
                        <a:latin typeface="Cambria Math" panose="02040503050406030204" pitchFamily="18" charset="0"/>
                      </a:rPr>
                      <m:t>𝑓</m:t>
                    </m:r>
                    <m:d>
                      <m:dPr>
                        <m:ctrlPr>
                          <a:rPr lang="en-IN" i="1">
                            <a:latin typeface="Cambria Math" panose="02040503050406030204" pitchFamily="18" charset="0"/>
                          </a:rPr>
                        </m:ctrlPr>
                      </m:dPr>
                      <m:e>
                        <m:r>
                          <a:rPr lang="en-IN" i="1">
                            <a:latin typeface="Cambria Math" panose="02040503050406030204" pitchFamily="18" charset="0"/>
                          </a:rPr>
                          <m:t>𝑥</m:t>
                        </m:r>
                      </m:e>
                    </m:d>
                    <m:r>
                      <a:rPr lang="en-IN">
                        <a:latin typeface="Cambria Math" panose="02040503050406030204" pitchFamily="18" charset="0"/>
                      </a:rPr>
                      <m:t>|</m:t>
                    </m:r>
                  </m:oMath>
                </a14:m>
                <a:r>
                  <a:rPr lang="en-IN" dirty="0">
                    <a:latin typeface="Segoe Print" panose="02000600000000000000" pitchFamily="2" charset="0"/>
                  </a:rPr>
                  <a:t>. </a:t>
                </a:r>
              </a:p>
              <a:p>
                <a:pPr lvl="0"/>
                <a:endParaRPr lang="en-IN" b="1" dirty="0">
                  <a:latin typeface="Segoe Print" panose="02000600000000000000" pitchFamily="2" charset="0"/>
                </a:endParaRPr>
              </a:p>
              <a:p>
                <a:pPr lvl="0"/>
                <a:r>
                  <a:rPr lang="en-IN" b="1" dirty="0">
                    <a:latin typeface="Segoe Print" panose="02000600000000000000" pitchFamily="2" charset="0"/>
                  </a:rPr>
                  <a:t>Step IV:</a:t>
                </a:r>
                <a:r>
                  <a:rPr lang="en-IN" dirty="0">
                    <a:latin typeface="Segoe Print" panose="02000600000000000000" pitchFamily="2" charset="0"/>
                  </a:rPr>
                  <a:t> Find the area of the approximating rectangle as </a:t>
                </a:r>
                <a14:m>
                  <m:oMath xmlns:m="http://schemas.openxmlformats.org/officeDocument/2006/math">
                    <m:r>
                      <a:rPr lang="en-IN">
                        <a:latin typeface="Cambria Math" panose="02040503050406030204" pitchFamily="18" charset="0"/>
                      </a:rPr>
                      <m:t>|</m:t>
                    </m:r>
                    <m:r>
                      <a:rPr lang="en-IN" i="1">
                        <a:latin typeface="Cambria Math" panose="02040503050406030204" pitchFamily="18" charset="0"/>
                      </a:rPr>
                      <m:t>𝑦</m:t>
                    </m:r>
                    <m:r>
                      <a:rPr lang="en-IN">
                        <a:latin typeface="Cambria Math" panose="02040503050406030204" pitchFamily="18" charset="0"/>
                      </a:rPr>
                      <m:t>| </m:t>
                    </m:r>
                    <m:r>
                      <a:rPr lang="en-IN" i="1">
                        <a:latin typeface="Cambria Math" panose="02040503050406030204" pitchFamily="18" charset="0"/>
                      </a:rPr>
                      <m:t>𝑑𝑥</m:t>
                    </m:r>
                    <m:r>
                      <a:rPr lang="en-IN">
                        <a:latin typeface="Cambria Math" panose="02040503050406030204" pitchFamily="18" charset="0"/>
                      </a:rPr>
                      <m:t>=|</m:t>
                    </m:r>
                    <m:r>
                      <a:rPr lang="en-IN" i="1">
                        <a:latin typeface="Cambria Math" panose="02040503050406030204" pitchFamily="18" charset="0"/>
                      </a:rPr>
                      <m:t>𝑓</m:t>
                    </m:r>
                    <m:d>
                      <m:dPr>
                        <m:ctrlPr>
                          <a:rPr lang="en-IN" i="1">
                            <a:latin typeface="Cambria Math" panose="02040503050406030204" pitchFamily="18" charset="0"/>
                          </a:rPr>
                        </m:ctrlPr>
                      </m:dPr>
                      <m:e>
                        <m:r>
                          <a:rPr lang="en-IN" i="1">
                            <a:latin typeface="Cambria Math" panose="02040503050406030204" pitchFamily="18" charset="0"/>
                          </a:rPr>
                          <m:t>𝑥</m:t>
                        </m:r>
                      </m:e>
                    </m:d>
                    <m:r>
                      <a:rPr lang="en-IN">
                        <a:latin typeface="Cambria Math" panose="02040503050406030204" pitchFamily="18" charset="0"/>
                      </a:rPr>
                      <m:t>| </m:t>
                    </m:r>
                    <m:r>
                      <a:rPr lang="en-IN" i="1">
                        <a:latin typeface="Cambria Math" panose="02040503050406030204" pitchFamily="18" charset="0"/>
                      </a:rPr>
                      <m:t>𝑑𝑥</m:t>
                    </m:r>
                  </m:oMath>
                </a14:m>
                <a:r>
                  <a:rPr lang="en-IN" dirty="0">
                    <a:latin typeface="Segoe Print" panose="02000600000000000000" pitchFamily="2" charset="0"/>
                  </a:rPr>
                  <a:t>. </a:t>
                </a:r>
              </a:p>
              <a:p>
                <a:pPr lvl="0"/>
                <a:endParaRPr lang="en-IN" b="1" dirty="0">
                  <a:latin typeface="Segoe Print" panose="02000600000000000000" pitchFamily="2" charset="0"/>
                </a:endParaRPr>
              </a:p>
              <a:p>
                <a:pPr lvl="0"/>
                <a:r>
                  <a:rPr lang="en-IN" b="1" dirty="0">
                    <a:latin typeface="Segoe Print" panose="02000600000000000000" pitchFamily="2" charset="0"/>
                  </a:rPr>
                  <a:t>Step V:</a:t>
                </a:r>
                <a:r>
                  <a:rPr lang="en-IN" dirty="0">
                    <a:latin typeface="Segoe Print" panose="02000600000000000000" pitchFamily="2" charset="0"/>
                  </a:rPr>
                  <a:t> Find the values of </a:t>
                </a:r>
                <a14:m>
                  <m:oMath xmlns:m="http://schemas.openxmlformats.org/officeDocument/2006/math">
                    <m:r>
                      <a:rPr lang="en-IN" i="1">
                        <a:latin typeface="Cambria Math" panose="02040503050406030204" pitchFamily="18" charset="0"/>
                      </a:rPr>
                      <m:t>𝑥</m:t>
                    </m:r>
                  </m:oMath>
                </a14:m>
                <a:r>
                  <a:rPr lang="en-IN" dirty="0">
                    <a:latin typeface="Segoe Print" panose="02000600000000000000" pitchFamily="2" charset="0"/>
                  </a:rPr>
                  <a:t>, say, </a:t>
                </a:r>
                <a14:m>
                  <m:oMath xmlns:m="http://schemas.openxmlformats.org/officeDocument/2006/math">
                    <m:r>
                      <a:rPr lang="en-IN" i="1">
                        <a:latin typeface="Cambria Math" panose="02040503050406030204" pitchFamily="18" charset="0"/>
                      </a:rPr>
                      <m:t>𝑥</m:t>
                    </m:r>
                    <m:r>
                      <a:rPr lang="en-IN">
                        <a:latin typeface="Cambria Math" panose="02040503050406030204" pitchFamily="18" charset="0"/>
                      </a:rPr>
                      <m:t>=</m:t>
                    </m:r>
                    <m:r>
                      <a:rPr lang="en-IN" i="1">
                        <a:latin typeface="Cambria Math" panose="02040503050406030204" pitchFamily="18" charset="0"/>
                      </a:rPr>
                      <m:t>𝑎</m:t>
                    </m:r>
                  </m:oMath>
                </a14:m>
                <a:r>
                  <a:rPr lang="en-IN" dirty="0">
                    <a:latin typeface="Segoe Print" panose="02000600000000000000" pitchFamily="2" charset="0"/>
                  </a:rPr>
                  <a:t>and </a:t>
                </a:r>
                <a14:m>
                  <m:oMath xmlns:m="http://schemas.openxmlformats.org/officeDocument/2006/math">
                    <m:r>
                      <a:rPr lang="en-IN" i="1">
                        <a:latin typeface="Cambria Math" panose="02040503050406030204" pitchFamily="18" charset="0"/>
                      </a:rPr>
                      <m:t>𝑥</m:t>
                    </m:r>
                    <m:r>
                      <a:rPr lang="en-IN">
                        <a:latin typeface="Cambria Math" panose="02040503050406030204" pitchFamily="18" charset="0"/>
                      </a:rPr>
                      <m:t>=</m:t>
                    </m:r>
                    <m:r>
                      <a:rPr lang="en-IN" i="1">
                        <a:latin typeface="Cambria Math" panose="02040503050406030204" pitchFamily="18" charset="0"/>
                      </a:rPr>
                      <m:t>𝑏</m:t>
                    </m:r>
                  </m:oMath>
                </a14:m>
                <a:r>
                  <a:rPr lang="en-IN" dirty="0">
                    <a:latin typeface="Segoe Print" panose="02000600000000000000" pitchFamily="2" charset="0"/>
                  </a:rPr>
                  <a:t>within which the approximating rectangle can move horizontally in the given region and form the integral </a:t>
                </a:r>
                <a14:m>
                  <m:oMath xmlns:m="http://schemas.openxmlformats.org/officeDocument/2006/math">
                    <m:nary>
                      <m:naryPr>
                        <m:limLoc m:val="subSup"/>
                        <m:ctrlPr>
                          <a:rPr lang="en-IN" i="1">
                            <a:latin typeface="Cambria Math" panose="02040503050406030204" pitchFamily="18" charset="0"/>
                          </a:rPr>
                        </m:ctrlPr>
                      </m:naryPr>
                      <m:sub>
                        <m:r>
                          <a:rPr lang="en-IN" i="1">
                            <a:latin typeface="Cambria Math" panose="02040503050406030204" pitchFamily="18" charset="0"/>
                          </a:rPr>
                          <m:t>𝑎</m:t>
                        </m:r>
                      </m:sub>
                      <m:sup>
                        <m:r>
                          <a:rPr lang="en-IN" i="1">
                            <a:latin typeface="Cambria Math" panose="02040503050406030204" pitchFamily="18" charset="0"/>
                          </a:rPr>
                          <m:t>𝑏</m:t>
                        </m:r>
                      </m:sup>
                      <m:e>
                        <m:r>
                          <a:rPr lang="en-IN">
                            <a:latin typeface="Cambria Math" panose="02040503050406030204" pitchFamily="18" charset="0"/>
                          </a:rPr>
                          <m:t>|</m:t>
                        </m:r>
                      </m:e>
                    </m:nary>
                    <m:r>
                      <a:rPr lang="en-IN" i="1">
                        <a:latin typeface="Cambria Math" panose="02040503050406030204" pitchFamily="18" charset="0"/>
                      </a:rPr>
                      <m:t>𝑓</m:t>
                    </m:r>
                    <m:d>
                      <m:dPr>
                        <m:ctrlPr>
                          <a:rPr lang="en-IN" i="1">
                            <a:latin typeface="Cambria Math" panose="02040503050406030204" pitchFamily="18" charset="0"/>
                          </a:rPr>
                        </m:ctrlPr>
                      </m:dPr>
                      <m:e>
                        <m:r>
                          <a:rPr lang="en-IN" i="1">
                            <a:latin typeface="Cambria Math" panose="02040503050406030204" pitchFamily="18" charset="0"/>
                          </a:rPr>
                          <m:t>𝑥</m:t>
                        </m:r>
                      </m:e>
                    </m:d>
                    <m:r>
                      <a:rPr lang="en-IN">
                        <a:latin typeface="Cambria Math" panose="02040503050406030204" pitchFamily="18" charset="0"/>
                      </a:rPr>
                      <m:t>| </m:t>
                    </m:r>
                    <m:r>
                      <a:rPr lang="en-IN" i="1">
                        <a:latin typeface="Cambria Math" panose="02040503050406030204" pitchFamily="18" charset="0"/>
                      </a:rPr>
                      <m:t>𝑑𝑥</m:t>
                    </m:r>
                  </m:oMath>
                </a14:m>
                <a:r>
                  <a:rPr lang="en-IN" dirty="0">
                    <a:latin typeface="Segoe Print" panose="02000600000000000000" pitchFamily="2" charset="0"/>
                  </a:rPr>
                  <a:t>or, </a:t>
                </a:r>
                <a14:m>
                  <m:oMath xmlns:m="http://schemas.openxmlformats.org/officeDocument/2006/math">
                    <m:nary>
                      <m:naryPr>
                        <m:limLoc m:val="subSup"/>
                        <m:ctrlPr>
                          <a:rPr lang="en-IN" i="1">
                            <a:latin typeface="Cambria Math" panose="02040503050406030204" pitchFamily="18" charset="0"/>
                          </a:rPr>
                        </m:ctrlPr>
                      </m:naryPr>
                      <m:sub>
                        <m:r>
                          <a:rPr lang="en-IN" i="1">
                            <a:latin typeface="Cambria Math" panose="02040503050406030204" pitchFamily="18" charset="0"/>
                          </a:rPr>
                          <m:t>𝑎</m:t>
                        </m:r>
                      </m:sub>
                      <m:sup>
                        <m:r>
                          <a:rPr lang="en-IN" i="1">
                            <a:latin typeface="Cambria Math" panose="02040503050406030204" pitchFamily="18" charset="0"/>
                          </a:rPr>
                          <m:t>𝑏</m:t>
                        </m:r>
                      </m:sup>
                      <m:e>
                        <m:r>
                          <a:rPr lang="en-IN">
                            <a:latin typeface="Cambria Math" panose="02040503050406030204" pitchFamily="18" charset="0"/>
                          </a:rPr>
                          <m:t>|</m:t>
                        </m:r>
                      </m:e>
                    </m:nary>
                    <m:r>
                      <a:rPr lang="en-IN" i="1">
                        <a:latin typeface="Cambria Math" panose="02040503050406030204" pitchFamily="18" charset="0"/>
                      </a:rPr>
                      <m:t>𝑦</m:t>
                    </m:r>
                    <m:r>
                      <a:rPr lang="en-IN">
                        <a:latin typeface="Cambria Math" panose="02040503050406030204" pitchFamily="18" charset="0"/>
                      </a:rPr>
                      <m:t>| </m:t>
                    </m:r>
                    <m:r>
                      <a:rPr lang="en-IN" i="1">
                        <a:latin typeface="Cambria Math" panose="02040503050406030204" pitchFamily="18" charset="0"/>
                      </a:rPr>
                      <m:t>𝑑𝑥</m:t>
                    </m:r>
                  </m:oMath>
                </a14:m>
                <a:r>
                  <a:rPr lang="en-IN" dirty="0">
                    <a:latin typeface="Segoe Print" panose="02000600000000000000" pitchFamily="2" charset="0"/>
                  </a:rPr>
                  <a:t>. </a:t>
                </a:r>
              </a:p>
              <a:p>
                <a:pPr lvl="0"/>
                <a:endParaRPr lang="en-IN" b="1" dirty="0">
                  <a:latin typeface="Segoe Print" panose="02000600000000000000" pitchFamily="2" charset="0"/>
                </a:endParaRPr>
              </a:p>
              <a:p>
                <a:pPr lvl="0"/>
                <a:r>
                  <a:rPr lang="en-IN" b="1" dirty="0">
                    <a:latin typeface="Segoe Print" panose="02000600000000000000" pitchFamily="2" charset="0"/>
                  </a:rPr>
                  <a:t>Step VI:</a:t>
                </a:r>
                <a:r>
                  <a:rPr lang="en-IN" dirty="0">
                    <a:latin typeface="Segoe Print" panose="02000600000000000000" pitchFamily="2" charset="0"/>
                  </a:rPr>
                  <a:t> Evaluate the integral obtained in step V. The value of integral so obtained is the required area. </a:t>
                </a:r>
              </a:p>
            </p:txBody>
          </p:sp>
        </mc:Choice>
        <mc:Fallback xmlns="">
          <p:sp>
            <p:nvSpPr>
              <p:cNvPr id="5" name="TextBox 4">
                <a:extLst>
                  <a:ext uri="{FF2B5EF4-FFF2-40B4-BE49-F238E27FC236}">
                    <a16:creationId xmlns:a16="http://schemas.microsoft.com/office/drawing/2014/main" id="{6C0102F2-B607-414E-8DD0-AF8C90AC781B}"/>
                  </a:ext>
                </a:extLst>
              </p:cNvPr>
              <p:cNvSpPr txBox="1">
                <a:spLocks noRot="1" noChangeAspect="1" noMove="1" noResize="1" noEditPoints="1" noAdjustHandles="1" noChangeArrowheads="1" noChangeShapeType="1" noTextEdit="1"/>
              </p:cNvSpPr>
              <p:nvPr/>
            </p:nvSpPr>
            <p:spPr>
              <a:xfrm>
                <a:off x="284480" y="1567356"/>
                <a:ext cx="11775440" cy="4766561"/>
              </a:xfrm>
              <a:prstGeom prst="rect">
                <a:avLst/>
              </a:prstGeom>
              <a:blipFill>
                <a:blip r:embed="rId3"/>
                <a:stretch>
                  <a:fillRect l="-466" t="-639" b="-1151"/>
                </a:stretch>
              </a:blipFill>
            </p:spPr>
            <p:txBody>
              <a:bodyPr/>
              <a:lstStyle/>
              <a:p>
                <a:r>
                  <a:rPr lang="en-IN">
                    <a:noFill/>
                  </a:rPr>
                  <a:t> </a:t>
                </a:r>
              </a:p>
            </p:txBody>
          </p:sp>
        </mc:Fallback>
      </mc:AlternateContent>
    </p:spTree>
    <p:extLst>
      <p:ext uri="{BB962C8B-B14F-4D97-AF65-F5344CB8AC3E}">
        <p14:creationId xmlns:p14="http://schemas.microsoft.com/office/powerpoint/2010/main" val="6496469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8BC955A-EBA5-BC8A-8F10-5E3EDEE4AC2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883ADDB-B2BA-8A65-CC40-E15F95B1E3F4}"/>
              </a:ext>
            </a:extLst>
          </p:cNvPr>
          <p:cNvSpPr txBox="1"/>
          <p:nvPr/>
        </p:nvSpPr>
        <p:spPr>
          <a:xfrm>
            <a:off x="289560" y="2773680"/>
            <a:ext cx="11775440" cy="523220"/>
          </a:xfrm>
          <a:prstGeom prst="rect">
            <a:avLst/>
          </a:prstGeom>
          <a:noFill/>
        </p:spPr>
        <p:txBody>
          <a:bodyPr wrap="square" rtlCol="0">
            <a:spAutoFit/>
          </a:bodyPr>
          <a:lstStyle/>
          <a:p>
            <a:r>
              <a:rPr lang="en-IN" sz="2800" b="1" dirty="0">
                <a:solidFill>
                  <a:srgbClr val="00B0F0"/>
                </a:solidFill>
                <a:latin typeface="Bahnschrift" panose="020B0502040204020203" pitchFamily="34" charset="0"/>
              </a:rPr>
              <a:t>REMARKS</a:t>
            </a:r>
          </a:p>
        </p:txBody>
      </p:sp>
      <p:pic>
        <p:nvPicPr>
          <p:cNvPr id="13" name="Picture 12">
            <a:extLst>
              <a:ext uri="{FF2B5EF4-FFF2-40B4-BE49-F238E27FC236}">
                <a16:creationId xmlns:a16="http://schemas.microsoft.com/office/drawing/2014/main" id="{1D06CE7E-602F-5370-D98A-84F453CC8879}"/>
              </a:ext>
            </a:extLst>
          </p:cNvPr>
          <p:cNvPicPr>
            <a:picLocks noChangeAspect="1"/>
          </p:cNvPicPr>
          <p:nvPr/>
        </p:nvPicPr>
        <p:blipFill>
          <a:blip r:embed="rId2"/>
          <a:srcRect t="8238"/>
          <a:stretch>
            <a:fillRect/>
          </a:stretch>
        </p:blipFill>
        <p:spPr>
          <a:xfrm>
            <a:off x="289560" y="243840"/>
            <a:ext cx="3734321" cy="2176628"/>
          </a:xfrm>
          <a:prstGeom prst="rect">
            <a:avLst/>
          </a:prstGeom>
          <a:ln>
            <a:noFill/>
          </a:ln>
          <a:effectLst>
            <a:outerShdw blurRad="292100" dist="139700" dir="2700000" algn="tl" rotWithShape="0">
              <a:srgbClr val="333333">
                <a:alpha val="65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F8C6230-C3F3-161C-6F36-C9DDE4094925}"/>
                  </a:ext>
                </a:extLst>
              </p:cNvPr>
              <p:cNvSpPr txBox="1"/>
              <p:nvPr/>
            </p:nvSpPr>
            <p:spPr>
              <a:xfrm>
                <a:off x="208280" y="3561101"/>
                <a:ext cx="11775440" cy="1719830"/>
              </a:xfrm>
              <a:prstGeom prst="rect">
                <a:avLst/>
              </a:prstGeom>
              <a:noFill/>
            </p:spPr>
            <p:txBody>
              <a:bodyPr wrap="square" rtlCol="0">
                <a:spAutoFit/>
              </a:bodyPr>
              <a:lstStyle/>
              <a:p>
                <a:r>
                  <a:rPr lang="en-IN" sz="2000" b="1" dirty="0">
                    <a:latin typeface="Segoe Print" panose="02000600000000000000" pitchFamily="2" charset="0"/>
                  </a:rPr>
                  <a:t>REMARK 1</a:t>
                </a:r>
                <a:r>
                  <a:rPr lang="en-IN" sz="2000" dirty="0">
                    <a:latin typeface="Segoe Print" panose="02000600000000000000" pitchFamily="2" charset="0"/>
                  </a:rPr>
                  <a:t> If the curve </a:t>
                </a:r>
                <a14:m>
                  <m:oMath xmlns:m="http://schemas.openxmlformats.org/officeDocument/2006/math">
                    <m:r>
                      <a:rPr lang="en-IN" sz="2000" i="1">
                        <a:latin typeface="Cambria Math" panose="02040503050406030204" pitchFamily="18" charset="0"/>
                      </a:rPr>
                      <m:t>𝑦</m:t>
                    </m:r>
                    <m:r>
                      <a:rPr lang="en-IN" sz="2000">
                        <a:latin typeface="Cambria Math" panose="02040503050406030204" pitchFamily="18" charset="0"/>
                      </a:rPr>
                      <m:t>=</m:t>
                    </m:r>
                    <m:r>
                      <a:rPr lang="en-IN" sz="2000" i="1">
                        <a:latin typeface="Cambria Math" panose="02040503050406030204" pitchFamily="18" charset="0"/>
                      </a:rPr>
                      <m:t>𝑓</m:t>
                    </m:r>
                    <m:d>
                      <m:dPr>
                        <m:ctrlPr>
                          <a:rPr lang="en-IN" sz="2000" i="1">
                            <a:latin typeface="Cambria Math" panose="02040503050406030204" pitchFamily="18" charset="0"/>
                          </a:rPr>
                        </m:ctrlPr>
                      </m:dPr>
                      <m:e>
                        <m:r>
                          <a:rPr lang="en-IN" sz="2000" i="1">
                            <a:latin typeface="Cambria Math" panose="02040503050406030204" pitchFamily="18" charset="0"/>
                          </a:rPr>
                          <m:t>𝑥</m:t>
                        </m:r>
                      </m:e>
                    </m:d>
                  </m:oMath>
                </a14:m>
                <a:r>
                  <a:rPr lang="en-IN" sz="2000" dirty="0">
                    <a:latin typeface="Segoe Print" panose="02000600000000000000" pitchFamily="2" charset="0"/>
                  </a:rPr>
                  <a:t>lies above </a:t>
                </a:r>
                <a14:m>
                  <m:oMath xmlns:m="http://schemas.openxmlformats.org/officeDocument/2006/math">
                    <m:r>
                      <a:rPr lang="en-IN" sz="2000" i="1">
                        <a:latin typeface="Cambria Math" panose="02040503050406030204" pitchFamily="18" charset="0"/>
                      </a:rPr>
                      <m:t>𝑥</m:t>
                    </m:r>
                  </m:oMath>
                </a14:m>
                <a:r>
                  <a:rPr lang="en-IN" sz="2000" dirty="0">
                    <a:latin typeface="Segoe Print" panose="02000600000000000000" pitchFamily="2" charset="0"/>
                  </a:rPr>
                  <a:t>-axis on interval </a:t>
                </a:r>
                <a14:m>
                  <m:oMath xmlns:m="http://schemas.openxmlformats.org/officeDocument/2006/math">
                    <m:d>
                      <m:dPr>
                        <m:begChr m:val="["/>
                        <m:endChr m:val="]"/>
                        <m:ctrlPr>
                          <a:rPr lang="en-IN" sz="2000" i="1">
                            <a:latin typeface="Cambria Math" panose="02040503050406030204" pitchFamily="18" charset="0"/>
                          </a:rPr>
                        </m:ctrlPr>
                      </m:dPr>
                      <m:e>
                        <m:r>
                          <a:rPr lang="en-IN" sz="2000" i="1">
                            <a:latin typeface="Cambria Math" panose="02040503050406030204" pitchFamily="18" charset="0"/>
                          </a:rPr>
                          <m:t>𝑎</m:t>
                        </m:r>
                        <m:r>
                          <a:rPr lang="en-IN" sz="2000">
                            <a:latin typeface="Cambria Math" panose="02040503050406030204" pitchFamily="18" charset="0"/>
                          </a:rPr>
                          <m:t>,</m:t>
                        </m:r>
                        <m:r>
                          <a:rPr lang="en-IN" sz="2000" i="1">
                            <a:latin typeface="Cambria Math" panose="02040503050406030204" pitchFamily="18" charset="0"/>
                          </a:rPr>
                          <m:t>𝑏</m:t>
                        </m:r>
                      </m:e>
                    </m:d>
                  </m:oMath>
                </a14:m>
                <a:r>
                  <a:rPr lang="en-IN" sz="2000" dirty="0">
                    <a:latin typeface="Segoe Print" panose="02000600000000000000" pitchFamily="2" charset="0"/>
                  </a:rPr>
                  <a:t>, then the area of the region bounded by the curve </a:t>
                </a:r>
                <a14:m>
                  <m:oMath xmlns:m="http://schemas.openxmlformats.org/officeDocument/2006/math">
                    <m:r>
                      <a:rPr lang="en-IN" sz="2000" i="1">
                        <a:latin typeface="Cambria Math" panose="02040503050406030204" pitchFamily="18" charset="0"/>
                      </a:rPr>
                      <m:t>𝑦</m:t>
                    </m:r>
                    <m:r>
                      <a:rPr lang="en-IN" sz="2000">
                        <a:latin typeface="Cambria Math" panose="02040503050406030204" pitchFamily="18" charset="0"/>
                      </a:rPr>
                      <m:t>=</m:t>
                    </m:r>
                    <m:r>
                      <a:rPr lang="en-IN" sz="2000" i="1">
                        <a:latin typeface="Cambria Math" panose="02040503050406030204" pitchFamily="18" charset="0"/>
                      </a:rPr>
                      <m:t>𝑓</m:t>
                    </m:r>
                    <m:d>
                      <m:dPr>
                        <m:ctrlPr>
                          <a:rPr lang="en-IN" sz="2000" i="1">
                            <a:latin typeface="Cambria Math" panose="02040503050406030204" pitchFamily="18" charset="0"/>
                          </a:rPr>
                        </m:ctrlPr>
                      </m:dPr>
                      <m:e>
                        <m:r>
                          <a:rPr lang="en-IN" sz="2000" i="1">
                            <a:latin typeface="Cambria Math" panose="02040503050406030204" pitchFamily="18" charset="0"/>
                          </a:rPr>
                          <m:t>𝑥</m:t>
                        </m:r>
                      </m:e>
                    </m:d>
                  </m:oMath>
                </a14:m>
                <a:r>
                  <a:rPr lang="en-IN" sz="2000" dirty="0">
                    <a:latin typeface="Segoe Print" panose="02000600000000000000" pitchFamily="2" charset="0"/>
                  </a:rPr>
                  <a:t>, </a:t>
                </a:r>
                <a14:m>
                  <m:oMath xmlns:m="http://schemas.openxmlformats.org/officeDocument/2006/math">
                    <m:r>
                      <a:rPr lang="en-IN" sz="2000" i="1">
                        <a:latin typeface="Cambria Math" panose="02040503050406030204" pitchFamily="18" charset="0"/>
                      </a:rPr>
                      <m:t>𝑥</m:t>
                    </m:r>
                  </m:oMath>
                </a14:m>
                <a:r>
                  <a:rPr lang="en-IN" sz="2000" dirty="0">
                    <a:latin typeface="Segoe Print" panose="02000600000000000000" pitchFamily="2" charset="0"/>
                  </a:rPr>
                  <a:t>-axis and the ordinates </a:t>
                </a:r>
                <a14:m>
                  <m:oMath xmlns:m="http://schemas.openxmlformats.org/officeDocument/2006/math">
                    <m:r>
                      <a:rPr lang="en-IN" sz="2000" i="1">
                        <a:latin typeface="Cambria Math" panose="02040503050406030204" pitchFamily="18" charset="0"/>
                      </a:rPr>
                      <m:t>𝑥</m:t>
                    </m:r>
                    <m:r>
                      <a:rPr lang="en-IN" sz="2000">
                        <a:latin typeface="Cambria Math" panose="02040503050406030204" pitchFamily="18" charset="0"/>
                      </a:rPr>
                      <m:t>=</m:t>
                    </m:r>
                    <m:r>
                      <a:rPr lang="en-IN" sz="2000" i="1">
                        <a:latin typeface="Cambria Math" panose="02040503050406030204" pitchFamily="18" charset="0"/>
                      </a:rPr>
                      <m:t>𝑎</m:t>
                    </m:r>
                  </m:oMath>
                </a14:m>
                <a:r>
                  <a:rPr lang="en-IN" sz="2000" dirty="0">
                    <a:latin typeface="Segoe Print" panose="02000600000000000000" pitchFamily="2" charset="0"/>
                  </a:rPr>
                  <a:t>and </a:t>
                </a:r>
                <a14:m>
                  <m:oMath xmlns:m="http://schemas.openxmlformats.org/officeDocument/2006/math">
                    <m:r>
                      <a:rPr lang="en-IN" sz="2000" i="1">
                        <a:latin typeface="Cambria Math" panose="02040503050406030204" pitchFamily="18" charset="0"/>
                      </a:rPr>
                      <m:t>𝑥</m:t>
                    </m:r>
                    <m:r>
                      <a:rPr lang="en-IN" sz="2000">
                        <a:latin typeface="Cambria Math" panose="02040503050406030204" pitchFamily="18" charset="0"/>
                      </a:rPr>
                      <m:t>=</m:t>
                    </m:r>
                    <m:r>
                      <a:rPr lang="en-IN" sz="2000" i="1">
                        <a:latin typeface="Cambria Math" panose="02040503050406030204" pitchFamily="18" charset="0"/>
                      </a:rPr>
                      <m:t>𝑏</m:t>
                    </m:r>
                  </m:oMath>
                </a14:m>
                <a:r>
                  <a:rPr lang="en-IN" sz="2000" dirty="0">
                    <a:latin typeface="Segoe Print" panose="02000600000000000000" pitchFamily="2" charset="0"/>
                  </a:rPr>
                  <a:t>is given by </a:t>
                </a:r>
              </a:p>
              <a:p>
                <a:pPr/>
                <a14:m>
                  <m:oMathPara xmlns:m="http://schemas.openxmlformats.org/officeDocument/2006/math">
                    <m:oMath>
                      <m:nary>
                        <m:naryPr>
                          <m:limLoc m:val="subSup"/>
                          <m:ctrlPr>
                            <a:rPr lang="en-IN" sz="2000" b="1" i="1">
                              <a:latin typeface="Cambria Math" panose="02040503050406030204" pitchFamily="18" charset="0"/>
                            </a:rPr>
                          </m:ctrlPr>
                        </m:naryPr>
                        <m:sub>
                          <m:r>
                            <a:rPr lang="en-IN" sz="2000" b="1" i="1">
                              <a:latin typeface="Cambria Math" panose="02040503050406030204" pitchFamily="18" charset="0"/>
                            </a:rPr>
                            <m:t>𝒂</m:t>
                          </m:r>
                        </m:sub>
                        <m:sup>
                          <m:r>
                            <a:rPr lang="en-IN" sz="2000" b="1" i="1">
                              <a:latin typeface="Cambria Math" panose="02040503050406030204" pitchFamily="18" charset="0"/>
                            </a:rPr>
                            <m:t>𝒃</m:t>
                          </m:r>
                        </m:sup>
                        <m:e>
                          <m:r>
                            <a:rPr lang="en-IN" sz="2000" b="1">
                              <a:latin typeface="Cambria Math" panose="02040503050406030204" pitchFamily="18" charset="0"/>
                            </a:rPr>
                            <m:t>|</m:t>
                          </m:r>
                        </m:e>
                      </m:nary>
                      <m:r>
                        <a:rPr lang="en-IN" sz="2000" b="1" i="1">
                          <a:latin typeface="Cambria Math" panose="02040503050406030204" pitchFamily="18" charset="0"/>
                        </a:rPr>
                        <m:t>𝒇</m:t>
                      </m:r>
                      <m:d>
                        <m:dPr>
                          <m:ctrlPr>
                            <a:rPr lang="en-IN" sz="2000" b="1" i="1">
                              <a:latin typeface="Cambria Math" panose="02040503050406030204" pitchFamily="18" charset="0"/>
                            </a:rPr>
                          </m:ctrlPr>
                        </m:dPr>
                        <m:e>
                          <m:r>
                            <a:rPr lang="en-IN" sz="2000" b="1" i="1">
                              <a:latin typeface="Cambria Math" panose="02040503050406030204" pitchFamily="18" charset="0"/>
                            </a:rPr>
                            <m:t>𝒙</m:t>
                          </m:r>
                        </m:e>
                      </m:d>
                      <m:r>
                        <a:rPr lang="en-IN" sz="2000" b="1">
                          <a:latin typeface="Cambria Math" panose="02040503050406030204" pitchFamily="18" charset="0"/>
                        </a:rPr>
                        <m:t>| </m:t>
                      </m:r>
                      <m:r>
                        <a:rPr lang="en-IN" sz="2000" b="1" i="1">
                          <a:latin typeface="Cambria Math" panose="02040503050406030204" pitchFamily="18" charset="0"/>
                        </a:rPr>
                        <m:t>𝒅𝒙</m:t>
                      </m:r>
                      <m:r>
                        <a:rPr lang="en-IN" sz="2000" b="1">
                          <a:latin typeface="Cambria Math" panose="02040503050406030204" pitchFamily="18" charset="0"/>
                        </a:rPr>
                        <m:t>=</m:t>
                      </m:r>
                      <m:nary>
                        <m:naryPr>
                          <m:limLoc m:val="subSup"/>
                          <m:ctrlPr>
                            <a:rPr lang="en-IN" sz="2000" b="1" i="1">
                              <a:latin typeface="Cambria Math" panose="02040503050406030204" pitchFamily="18" charset="0"/>
                            </a:rPr>
                          </m:ctrlPr>
                        </m:naryPr>
                        <m:sub>
                          <m:r>
                            <a:rPr lang="en-IN" sz="2000" b="1" i="1">
                              <a:latin typeface="Cambria Math" panose="02040503050406030204" pitchFamily="18" charset="0"/>
                            </a:rPr>
                            <m:t>𝒂</m:t>
                          </m:r>
                        </m:sub>
                        <m:sup>
                          <m:r>
                            <a:rPr lang="en-IN" sz="2000" b="1" i="1">
                              <a:latin typeface="Cambria Math" panose="02040503050406030204" pitchFamily="18" charset="0"/>
                            </a:rPr>
                            <m:t>𝒃</m:t>
                          </m:r>
                        </m:sup>
                        <m:e>
                          <m:r>
                            <a:rPr lang="en-IN" sz="2000" b="1" i="1">
                              <a:latin typeface="Cambria Math" panose="02040503050406030204" pitchFamily="18" charset="0"/>
                            </a:rPr>
                            <m:t>𝒇</m:t>
                          </m:r>
                        </m:e>
                      </m:nary>
                      <m:d>
                        <m:dPr>
                          <m:ctrlPr>
                            <a:rPr lang="en-IN" sz="2000" b="1" i="1">
                              <a:latin typeface="Cambria Math" panose="02040503050406030204" pitchFamily="18" charset="0"/>
                            </a:rPr>
                          </m:ctrlPr>
                        </m:dPr>
                        <m:e>
                          <m:r>
                            <a:rPr lang="en-IN" sz="2000" b="1" i="1">
                              <a:latin typeface="Cambria Math" panose="02040503050406030204" pitchFamily="18" charset="0"/>
                            </a:rPr>
                            <m:t>𝒙</m:t>
                          </m:r>
                        </m:e>
                      </m:d>
                      <m:r>
                        <a:rPr lang="en-IN" sz="2000" b="1">
                          <a:latin typeface="Cambria Math" panose="02040503050406030204" pitchFamily="18" charset="0"/>
                        </a:rPr>
                        <m:t> </m:t>
                      </m:r>
                      <m:r>
                        <a:rPr lang="en-IN" sz="2000" b="1" i="1">
                          <a:latin typeface="Cambria Math" panose="02040503050406030204" pitchFamily="18" charset="0"/>
                        </a:rPr>
                        <m:t>𝒅𝒙</m:t>
                      </m:r>
                      <m:r>
                        <a:rPr lang="en-IN" sz="2000" b="1">
                          <a:latin typeface="Cambria Math" panose="02040503050406030204" pitchFamily="18" charset="0"/>
                        </a:rPr>
                        <m:t>=</m:t>
                      </m:r>
                      <m:nary>
                        <m:naryPr>
                          <m:limLoc m:val="subSup"/>
                          <m:ctrlPr>
                            <a:rPr lang="en-IN" sz="2000" b="1" i="1">
                              <a:latin typeface="Cambria Math" panose="02040503050406030204" pitchFamily="18" charset="0"/>
                            </a:rPr>
                          </m:ctrlPr>
                        </m:naryPr>
                        <m:sub>
                          <m:r>
                            <a:rPr lang="en-IN" sz="2000" b="1" i="1">
                              <a:latin typeface="Cambria Math" panose="02040503050406030204" pitchFamily="18" charset="0"/>
                            </a:rPr>
                            <m:t>𝒂</m:t>
                          </m:r>
                        </m:sub>
                        <m:sup>
                          <m:r>
                            <a:rPr lang="en-IN" sz="2000" b="1" i="1">
                              <a:latin typeface="Cambria Math" panose="02040503050406030204" pitchFamily="18" charset="0"/>
                            </a:rPr>
                            <m:t>𝒃</m:t>
                          </m:r>
                        </m:sup>
                        <m:e>
                          <m:r>
                            <a:rPr lang="en-IN" sz="2000" b="1" i="1">
                              <a:latin typeface="Cambria Math" panose="02040503050406030204" pitchFamily="18" charset="0"/>
                            </a:rPr>
                            <m:t>𝒚</m:t>
                          </m:r>
                        </m:e>
                      </m:nary>
                      <m:r>
                        <a:rPr lang="en-IN" sz="2000" b="1">
                          <a:latin typeface="Cambria Math" panose="02040503050406030204" pitchFamily="18" charset="0"/>
                        </a:rPr>
                        <m:t> </m:t>
                      </m:r>
                      <m:r>
                        <a:rPr lang="en-IN" sz="2000" b="1" i="1">
                          <a:latin typeface="Cambria Math" panose="02040503050406030204" pitchFamily="18" charset="0"/>
                        </a:rPr>
                        <m:t>𝒅𝒙</m:t>
                      </m:r>
                      <m:r>
                        <a:rPr lang="en-IN" sz="2000" b="1">
                          <a:latin typeface="Cambria Math" panose="02040503050406030204" pitchFamily="18" charset="0"/>
                        </a:rPr>
                        <m:t> </m:t>
                      </m:r>
                      <m:d>
                        <m:dPr>
                          <m:begChr m:val="["/>
                          <m:endChr m:val="]"/>
                          <m:ctrlPr>
                            <a:rPr lang="en-IN" sz="2000" b="1">
                              <a:latin typeface="Cambria Math" panose="02040503050406030204" pitchFamily="18" charset="0"/>
                            </a:rPr>
                          </m:ctrlPr>
                        </m:dPr>
                        <m:e>
                          <m:r>
                            <a:rPr lang="en-IN" sz="2000" b="1">
                              <a:latin typeface="Cambria Math" panose="02040503050406030204" pitchFamily="18" charset="0"/>
                            </a:rPr>
                            <m:t>∵</m:t>
                          </m:r>
                          <m:r>
                            <a:rPr lang="en-IN" sz="2000" b="1" i="1">
                              <a:latin typeface="Cambria Math" panose="02040503050406030204" pitchFamily="18" charset="0"/>
                            </a:rPr>
                            <m:t>𝒇</m:t>
                          </m:r>
                          <m:d>
                            <m:dPr>
                              <m:ctrlPr>
                                <a:rPr lang="en-IN" sz="2000" b="1" i="1">
                                  <a:latin typeface="Cambria Math" panose="02040503050406030204" pitchFamily="18" charset="0"/>
                                </a:rPr>
                              </m:ctrlPr>
                            </m:dPr>
                            <m:e>
                              <m:r>
                                <a:rPr lang="en-IN" sz="2000" b="1" i="1">
                                  <a:latin typeface="Cambria Math" panose="02040503050406030204" pitchFamily="18" charset="0"/>
                                </a:rPr>
                                <m:t>𝒙</m:t>
                              </m:r>
                            </m:e>
                          </m:d>
                          <m:r>
                            <a:rPr lang="en-IN" sz="2000" b="1">
                              <a:latin typeface="Cambria Math" panose="02040503050406030204" pitchFamily="18" charset="0"/>
                            </a:rPr>
                            <m:t>≥</m:t>
                          </m:r>
                          <m:r>
                            <a:rPr lang="en-IN" sz="2000" b="1" i="1">
                              <a:latin typeface="Cambria Math" panose="02040503050406030204" pitchFamily="18" charset="0"/>
                            </a:rPr>
                            <m:t>𝟎</m:t>
                          </m:r>
                          <m:r>
                            <m:rPr>
                              <m:nor/>
                            </m:rPr>
                            <a:rPr lang="en-IN" sz="2000" b="1" i="0">
                              <a:latin typeface="Segoe Print" panose="02000600000000000000" pitchFamily="2" charset="0"/>
                            </a:rPr>
                            <m:t> for all </m:t>
                          </m:r>
                          <m:r>
                            <a:rPr lang="en-IN" sz="2000" b="1" i="1">
                              <a:latin typeface="Cambria Math" panose="02040503050406030204" pitchFamily="18" charset="0"/>
                            </a:rPr>
                            <m:t>𝒙</m:t>
                          </m:r>
                          <m:r>
                            <a:rPr lang="en-IN" sz="2000" b="1">
                              <a:latin typeface="Cambria Math" panose="02040503050406030204" pitchFamily="18" charset="0"/>
                            </a:rPr>
                            <m:t>∈</m:t>
                          </m:r>
                          <m:d>
                            <m:dPr>
                              <m:begChr m:val="["/>
                              <m:endChr m:val="]"/>
                              <m:ctrlPr>
                                <a:rPr lang="en-IN" sz="2000" b="1" i="1">
                                  <a:latin typeface="Cambria Math" panose="02040503050406030204" pitchFamily="18" charset="0"/>
                                </a:rPr>
                              </m:ctrlPr>
                            </m:dPr>
                            <m:e>
                              <m:r>
                                <a:rPr lang="en-IN" sz="2000" b="1" i="1">
                                  <a:latin typeface="Cambria Math" panose="02040503050406030204" pitchFamily="18" charset="0"/>
                                </a:rPr>
                                <m:t>𝒂</m:t>
                              </m:r>
                              <m:r>
                                <a:rPr lang="en-IN" sz="2000" b="1">
                                  <a:latin typeface="Cambria Math" panose="02040503050406030204" pitchFamily="18" charset="0"/>
                                </a:rPr>
                                <m:t>,</m:t>
                              </m:r>
                              <m:r>
                                <a:rPr lang="en-IN" sz="2000" b="1" i="1">
                                  <a:latin typeface="Cambria Math" panose="02040503050406030204" pitchFamily="18" charset="0"/>
                                </a:rPr>
                                <m:t>𝒃</m:t>
                              </m:r>
                            </m:e>
                          </m:d>
                          <m:r>
                            <a:rPr lang="en-IN" sz="2000" b="1">
                              <a:latin typeface="Cambria Math" panose="02040503050406030204" pitchFamily="18" charset="0"/>
                            </a:rPr>
                            <m:t>∴|</m:t>
                          </m:r>
                          <m:r>
                            <a:rPr lang="en-IN" sz="2000" b="1" i="1">
                              <a:latin typeface="Cambria Math" panose="02040503050406030204" pitchFamily="18" charset="0"/>
                            </a:rPr>
                            <m:t>𝒇</m:t>
                          </m:r>
                          <m:d>
                            <m:dPr>
                              <m:ctrlPr>
                                <a:rPr lang="en-IN" sz="2000" b="1" i="1">
                                  <a:latin typeface="Cambria Math" panose="02040503050406030204" pitchFamily="18" charset="0"/>
                                </a:rPr>
                              </m:ctrlPr>
                            </m:dPr>
                            <m:e>
                              <m:r>
                                <a:rPr lang="en-IN" sz="2000" b="1" i="1">
                                  <a:latin typeface="Cambria Math" panose="02040503050406030204" pitchFamily="18" charset="0"/>
                                </a:rPr>
                                <m:t>𝒙</m:t>
                              </m:r>
                            </m:e>
                          </m:d>
                          <m:r>
                            <a:rPr lang="en-IN" sz="2000" b="1">
                              <a:latin typeface="Cambria Math" panose="02040503050406030204" pitchFamily="18" charset="0"/>
                            </a:rPr>
                            <m:t>|=</m:t>
                          </m:r>
                          <m:r>
                            <a:rPr lang="en-IN" sz="2000" b="1" i="1">
                              <a:latin typeface="Cambria Math" panose="02040503050406030204" pitchFamily="18" charset="0"/>
                            </a:rPr>
                            <m:t>𝒇</m:t>
                          </m:r>
                          <m:d>
                            <m:dPr>
                              <m:ctrlPr>
                                <a:rPr lang="en-IN" sz="2000" b="1" i="1">
                                  <a:latin typeface="Cambria Math" panose="02040503050406030204" pitchFamily="18" charset="0"/>
                                </a:rPr>
                              </m:ctrlPr>
                            </m:dPr>
                            <m:e>
                              <m:r>
                                <a:rPr lang="en-IN" sz="2000" b="1" i="1">
                                  <a:latin typeface="Cambria Math" panose="02040503050406030204" pitchFamily="18" charset="0"/>
                                </a:rPr>
                                <m:t>𝒙</m:t>
                              </m:r>
                            </m:e>
                          </m:d>
                        </m:e>
                      </m:d>
                    </m:oMath>
                  </m:oMathPara>
                </a14:m>
                <a:endParaRPr lang="en-IN" sz="2000" b="1" dirty="0">
                  <a:latin typeface="Segoe Print" panose="02000600000000000000" pitchFamily="2" charset="0"/>
                </a:endParaRPr>
              </a:p>
              <a:p>
                <a:endParaRPr lang="en-IN" sz="2000" dirty="0">
                  <a:latin typeface="Segoe Print" panose="02000600000000000000" pitchFamily="2" charset="0"/>
                </a:endParaRPr>
              </a:p>
            </p:txBody>
          </p:sp>
        </mc:Choice>
        <mc:Fallback xmlns="">
          <p:sp>
            <p:nvSpPr>
              <p:cNvPr id="14" name="TextBox 13">
                <a:extLst>
                  <a:ext uri="{FF2B5EF4-FFF2-40B4-BE49-F238E27FC236}">
                    <a16:creationId xmlns:a16="http://schemas.microsoft.com/office/drawing/2014/main" id="{DF8C6230-C3F3-161C-6F36-C9DDE4094925}"/>
                  </a:ext>
                </a:extLst>
              </p:cNvPr>
              <p:cNvSpPr txBox="1">
                <a:spLocks noRot="1" noChangeAspect="1" noMove="1" noResize="1" noEditPoints="1" noAdjustHandles="1" noChangeArrowheads="1" noChangeShapeType="1" noTextEdit="1"/>
              </p:cNvSpPr>
              <p:nvPr/>
            </p:nvSpPr>
            <p:spPr>
              <a:xfrm>
                <a:off x="208280" y="3561101"/>
                <a:ext cx="11775440" cy="1719830"/>
              </a:xfrm>
              <a:prstGeom prst="rect">
                <a:avLst/>
              </a:prstGeom>
              <a:blipFill>
                <a:blip r:embed="rId3"/>
                <a:stretch>
                  <a:fillRect l="-518" t="-1418"/>
                </a:stretch>
              </a:blipFill>
            </p:spPr>
            <p:txBody>
              <a:bodyPr/>
              <a:lstStyle/>
              <a:p>
                <a:r>
                  <a:rPr lang="en-IN">
                    <a:noFill/>
                  </a:rPr>
                  <a:t> </a:t>
                </a:r>
              </a:p>
            </p:txBody>
          </p:sp>
        </mc:Fallback>
      </mc:AlternateContent>
    </p:spTree>
    <p:extLst>
      <p:ext uri="{BB962C8B-B14F-4D97-AF65-F5344CB8AC3E}">
        <p14:creationId xmlns:p14="http://schemas.microsoft.com/office/powerpoint/2010/main" val="15058031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1000"/>
                                        <p:tgtEl>
                                          <p:spTgt spid="14"/>
                                        </p:tgtEl>
                                      </p:cBhvr>
                                    </p:animEffect>
                                    <p:anim calcmode="lin" valueType="num">
                                      <p:cBhvr>
                                        <p:cTn id="22" dur="1000" fill="hold"/>
                                        <p:tgtEl>
                                          <p:spTgt spid="14"/>
                                        </p:tgtEl>
                                        <p:attrNameLst>
                                          <p:attrName>ppt_x</p:attrName>
                                        </p:attrNameLst>
                                      </p:cBhvr>
                                      <p:tavLst>
                                        <p:tav tm="0">
                                          <p:val>
                                            <p:strVal val="#ppt_x"/>
                                          </p:val>
                                        </p:tav>
                                        <p:tav tm="100000">
                                          <p:val>
                                            <p:strVal val="#ppt_x"/>
                                          </p:val>
                                        </p:tav>
                                      </p:tavLst>
                                    </p:anim>
                                    <p:anim calcmode="lin" valueType="num">
                                      <p:cBhvr>
                                        <p:cTn id="2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4" grpId="0"/>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CD9C460-32DD-9873-1330-2FA5759FCC9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2907E97-FEEC-2780-0DBA-D65E9918693E}"/>
                  </a:ext>
                </a:extLst>
              </p:cNvPr>
              <p:cNvSpPr txBox="1"/>
              <p:nvPr/>
            </p:nvSpPr>
            <p:spPr>
              <a:xfrm>
                <a:off x="208280" y="193040"/>
                <a:ext cx="11775440" cy="3575722"/>
              </a:xfrm>
              <a:prstGeom prst="rect">
                <a:avLst/>
              </a:prstGeom>
              <a:noFill/>
            </p:spPr>
            <p:txBody>
              <a:bodyPr wrap="square" rtlCol="0">
                <a:spAutoFit/>
              </a:bodyPr>
              <a:lstStyle/>
              <a:p>
                <a:r>
                  <a:rPr lang="en-IN" b="1" dirty="0">
                    <a:latin typeface="Segoe Print" panose="02000600000000000000" pitchFamily="2" charset="0"/>
                  </a:rPr>
                  <a:t>REMARK 2</a:t>
                </a:r>
                <a:r>
                  <a:rPr lang="en-IN" dirty="0">
                    <a:latin typeface="Segoe Print" panose="02000600000000000000" pitchFamily="2" charset="0"/>
                  </a:rPr>
                  <a:t> If the curve </a:t>
                </a:r>
                <a14:m>
                  <m:oMath xmlns:m="http://schemas.openxmlformats.org/officeDocument/2006/math">
                    <m:r>
                      <a:rPr lang="en-IN" i="1">
                        <a:latin typeface="Cambria Math" panose="02040503050406030204" pitchFamily="18" charset="0"/>
                      </a:rPr>
                      <m:t>𝑦</m:t>
                    </m:r>
                    <m:r>
                      <a:rPr lang="en-IN">
                        <a:latin typeface="Cambria Math" panose="02040503050406030204" pitchFamily="18" charset="0"/>
                      </a:rPr>
                      <m:t>=</m:t>
                    </m:r>
                    <m:r>
                      <a:rPr lang="en-IN" i="1">
                        <a:latin typeface="Cambria Math" panose="02040503050406030204" pitchFamily="18" charset="0"/>
                      </a:rPr>
                      <m:t>𝑓</m:t>
                    </m:r>
                    <m:d>
                      <m:dPr>
                        <m:ctrlPr>
                          <a:rPr lang="en-IN" i="1">
                            <a:latin typeface="Cambria Math" panose="02040503050406030204" pitchFamily="18" charset="0"/>
                          </a:rPr>
                        </m:ctrlPr>
                      </m:dPr>
                      <m:e>
                        <m:r>
                          <a:rPr lang="en-IN" i="1">
                            <a:latin typeface="Cambria Math" panose="02040503050406030204" pitchFamily="18" charset="0"/>
                          </a:rPr>
                          <m:t>𝑥</m:t>
                        </m:r>
                      </m:e>
                    </m:d>
                  </m:oMath>
                </a14:m>
                <a:r>
                  <a:rPr lang="en-IN" dirty="0">
                    <a:latin typeface="Segoe Print" panose="02000600000000000000" pitchFamily="2" charset="0"/>
                  </a:rPr>
                  <a:t>lies below </a:t>
                </a:r>
                <a14:m>
                  <m:oMath xmlns:m="http://schemas.openxmlformats.org/officeDocument/2006/math">
                    <m:r>
                      <a:rPr lang="en-IN" i="1">
                        <a:latin typeface="Cambria Math" panose="02040503050406030204" pitchFamily="18" charset="0"/>
                      </a:rPr>
                      <m:t>𝑥</m:t>
                    </m:r>
                  </m:oMath>
                </a14:m>
                <a:r>
                  <a:rPr lang="en-IN" dirty="0">
                    <a:latin typeface="Segoe Print" panose="02000600000000000000" pitchFamily="2" charset="0"/>
                  </a:rPr>
                  <a:t>-axis on interval </a:t>
                </a:r>
                <a14:m>
                  <m:oMath xmlns:m="http://schemas.openxmlformats.org/officeDocument/2006/math">
                    <m:d>
                      <m:dPr>
                        <m:begChr m:val="["/>
                        <m:endChr m:val="]"/>
                        <m:ctrlPr>
                          <a:rPr lang="en-IN" i="1">
                            <a:latin typeface="Cambria Math" panose="02040503050406030204" pitchFamily="18" charset="0"/>
                          </a:rPr>
                        </m:ctrlPr>
                      </m:dPr>
                      <m:e>
                        <m:r>
                          <a:rPr lang="en-IN" i="1">
                            <a:latin typeface="Cambria Math" panose="02040503050406030204" pitchFamily="18" charset="0"/>
                          </a:rPr>
                          <m:t>𝑎</m:t>
                        </m:r>
                        <m:r>
                          <a:rPr lang="en-IN">
                            <a:latin typeface="Cambria Math" panose="02040503050406030204" pitchFamily="18" charset="0"/>
                          </a:rPr>
                          <m:t>,</m:t>
                        </m:r>
                        <m:r>
                          <a:rPr lang="en-IN" i="1">
                            <a:latin typeface="Cambria Math" panose="02040503050406030204" pitchFamily="18" charset="0"/>
                          </a:rPr>
                          <m:t>𝑏</m:t>
                        </m:r>
                      </m:e>
                    </m:d>
                  </m:oMath>
                </a14:m>
                <a:r>
                  <a:rPr lang="en-IN" dirty="0">
                    <a:latin typeface="Segoe Print" panose="02000600000000000000" pitchFamily="2" charset="0"/>
                  </a:rPr>
                  <a:t>, then the area of the region bounded by the curve </a:t>
                </a:r>
                <a14:m>
                  <m:oMath xmlns:m="http://schemas.openxmlformats.org/officeDocument/2006/math">
                    <m:r>
                      <a:rPr lang="en-IN" i="1">
                        <a:latin typeface="Cambria Math" panose="02040503050406030204" pitchFamily="18" charset="0"/>
                      </a:rPr>
                      <m:t>𝑦</m:t>
                    </m:r>
                    <m:r>
                      <a:rPr lang="en-IN">
                        <a:latin typeface="Cambria Math" panose="02040503050406030204" pitchFamily="18" charset="0"/>
                      </a:rPr>
                      <m:t>=</m:t>
                    </m:r>
                    <m:r>
                      <a:rPr lang="en-IN" i="1">
                        <a:latin typeface="Cambria Math" panose="02040503050406030204" pitchFamily="18" charset="0"/>
                      </a:rPr>
                      <m:t>𝑓</m:t>
                    </m:r>
                    <m:d>
                      <m:dPr>
                        <m:ctrlPr>
                          <a:rPr lang="en-IN" i="1">
                            <a:latin typeface="Cambria Math" panose="02040503050406030204" pitchFamily="18" charset="0"/>
                          </a:rPr>
                        </m:ctrlPr>
                      </m:dPr>
                      <m:e>
                        <m:r>
                          <a:rPr lang="en-IN" i="1">
                            <a:latin typeface="Cambria Math" panose="02040503050406030204" pitchFamily="18" charset="0"/>
                          </a:rPr>
                          <m:t>𝑥</m:t>
                        </m:r>
                      </m:e>
                    </m:d>
                  </m:oMath>
                </a14:m>
                <a:r>
                  <a:rPr lang="en-IN" dirty="0">
                    <a:latin typeface="Segoe Print" panose="02000600000000000000" pitchFamily="2" charset="0"/>
                  </a:rPr>
                  <a:t>, </a:t>
                </a:r>
                <a14:m>
                  <m:oMath xmlns:m="http://schemas.openxmlformats.org/officeDocument/2006/math">
                    <m:r>
                      <a:rPr lang="en-IN" i="1">
                        <a:latin typeface="Cambria Math" panose="02040503050406030204" pitchFamily="18" charset="0"/>
                      </a:rPr>
                      <m:t>𝑥</m:t>
                    </m:r>
                  </m:oMath>
                </a14:m>
                <a:r>
                  <a:rPr lang="en-IN" dirty="0">
                    <a:latin typeface="Segoe Print" panose="02000600000000000000" pitchFamily="2" charset="0"/>
                  </a:rPr>
                  <a:t>-axis and the ordinates </a:t>
                </a:r>
                <a14:m>
                  <m:oMath xmlns:m="http://schemas.openxmlformats.org/officeDocument/2006/math">
                    <m:r>
                      <a:rPr lang="en-IN" i="1">
                        <a:latin typeface="Cambria Math" panose="02040503050406030204" pitchFamily="18" charset="0"/>
                      </a:rPr>
                      <m:t>𝑥</m:t>
                    </m:r>
                    <m:r>
                      <a:rPr lang="en-IN">
                        <a:latin typeface="Cambria Math" panose="02040503050406030204" pitchFamily="18" charset="0"/>
                      </a:rPr>
                      <m:t>=</m:t>
                    </m:r>
                    <m:r>
                      <a:rPr lang="en-IN" i="1">
                        <a:latin typeface="Cambria Math" panose="02040503050406030204" pitchFamily="18" charset="0"/>
                      </a:rPr>
                      <m:t>𝑎</m:t>
                    </m:r>
                  </m:oMath>
                </a14:m>
                <a:r>
                  <a:rPr lang="en-IN" dirty="0">
                    <a:latin typeface="Segoe Print" panose="02000600000000000000" pitchFamily="2" charset="0"/>
                  </a:rPr>
                  <a:t>and </a:t>
                </a:r>
                <a14:m>
                  <m:oMath xmlns:m="http://schemas.openxmlformats.org/officeDocument/2006/math">
                    <m:r>
                      <a:rPr lang="en-IN" i="1">
                        <a:latin typeface="Cambria Math" panose="02040503050406030204" pitchFamily="18" charset="0"/>
                      </a:rPr>
                      <m:t>𝑥</m:t>
                    </m:r>
                    <m:r>
                      <a:rPr lang="en-IN">
                        <a:latin typeface="Cambria Math" panose="02040503050406030204" pitchFamily="18" charset="0"/>
                      </a:rPr>
                      <m:t>=</m:t>
                    </m:r>
                    <m:r>
                      <a:rPr lang="en-IN" i="1">
                        <a:latin typeface="Cambria Math" panose="02040503050406030204" pitchFamily="18" charset="0"/>
                      </a:rPr>
                      <m:t>𝑏</m:t>
                    </m:r>
                  </m:oMath>
                </a14:m>
                <a:r>
                  <a:rPr lang="en-IN" dirty="0">
                    <a:latin typeface="Segoe Print" panose="02000600000000000000" pitchFamily="2" charset="0"/>
                  </a:rPr>
                  <a:t>is given by </a:t>
                </a:r>
              </a:p>
              <a:p>
                <a:pPr/>
                <a14:m>
                  <m:oMathPara xmlns:m="http://schemas.openxmlformats.org/officeDocument/2006/math">
                    <m:oMath>
                      <m:nary>
                        <m:naryPr>
                          <m:limLoc m:val="subSup"/>
                          <m:ctrlPr>
                            <a:rPr lang="en-IN" b="1" i="1">
                              <a:latin typeface="Cambria Math" panose="02040503050406030204" pitchFamily="18" charset="0"/>
                            </a:rPr>
                          </m:ctrlPr>
                        </m:naryPr>
                        <m:sub>
                          <m:r>
                            <a:rPr lang="en-IN" b="1" i="1">
                              <a:latin typeface="Cambria Math" panose="02040503050406030204" pitchFamily="18" charset="0"/>
                            </a:rPr>
                            <m:t>𝒂</m:t>
                          </m:r>
                        </m:sub>
                        <m:sup>
                          <m:r>
                            <a:rPr lang="en-IN" b="1" i="1">
                              <a:latin typeface="Cambria Math" panose="02040503050406030204" pitchFamily="18" charset="0"/>
                            </a:rPr>
                            <m:t>𝒃</m:t>
                          </m:r>
                        </m:sup>
                        <m:e>
                          <m:r>
                            <a:rPr lang="en-IN" b="1">
                              <a:latin typeface="Cambria Math" panose="02040503050406030204" pitchFamily="18" charset="0"/>
                            </a:rPr>
                            <m:t>|</m:t>
                          </m:r>
                        </m:e>
                      </m:nary>
                      <m:r>
                        <a:rPr lang="en-IN" b="1" i="1">
                          <a:latin typeface="Cambria Math" panose="02040503050406030204" pitchFamily="18" charset="0"/>
                        </a:rPr>
                        <m:t>𝒇</m:t>
                      </m:r>
                      <m:d>
                        <m:dPr>
                          <m:ctrlPr>
                            <a:rPr lang="en-IN" b="1" i="1">
                              <a:latin typeface="Cambria Math" panose="02040503050406030204" pitchFamily="18" charset="0"/>
                            </a:rPr>
                          </m:ctrlPr>
                        </m:dPr>
                        <m:e>
                          <m:r>
                            <a:rPr lang="en-IN" b="1" i="1">
                              <a:latin typeface="Cambria Math" panose="02040503050406030204" pitchFamily="18" charset="0"/>
                            </a:rPr>
                            <m:t>𝒙</m:t>
                          </m:r>
                        </m:e>
                      </m:d>
                      <m:r>
                        <a:rPr lang="en-IN" b="1">
                          <a:latin typeface="Cambria Math" panose="02040503050406030204" pitchFamily="18" charset="0"/>
                        </a:rPr>
                        <m:t>| </m:t>
                      </m:r>
                      <m:r>
                        <a:rPr lang="en-IN" b="1" i="1">
                          <a:latin typeface="Cambria Math" panose="02040503050406030204" pitchFamily="18" charset="0"/>
                        </a:rPr>
                        <m:t>𝒅𝒙</m:t>
                      </m:r>
                      <m:r>
                        <a:rPr lang="en-IN" b="1">
                          <a:latin typeface="Cambria Math" panose="02040503050406030204" pitchFamily="18" charset="0"/>
                        </a:rPr>
                        <m:t>=−</m:t>
                      </m:r>
                      <m:nary>
                        <m:naryPr>
                          <m:limLoc m:val="subSup"/>
                          <m:ctrlPr>
                            <a:rPr lang="en-IN" b="1" i="1">
                              <a:latin typeface="Cambria Math" panose="02040503050406030204" pitchFamily="18" charset="0"/>
                            </a:rPr>
                          </m:ctrlPr>
                        </m:naryPr>
                        <m:sub>
                          <m:r>
                            <a:rPr lang="en-IN" b="1" i="1">
                              <a:latin typeface="Cambria Math" panose="02040503050406030204" pitchFamily="18" charset="0"/>
                            </a:rPr>
                            <m:t>𝒂</m:t>
                          </m:r>
                        </m:sub>
                        <m:sup>
                          <m:r>
                            <a:rPr lang="en-IN" b="1" i="1">
                              <a:latin typeface="Cambria Math" panose="02040503050406030204" pitchFamily="18" charset="0"/>
                            </a:rPr>
                            <m:t>𝒃</m:t>
                          </m:r>
                        </m:sup>
                        <m:e>
                          <m:r>
                            <a:rPr lang="en-IN" b="1" i="1">
                              <a:latin typeface="Cambria Math" panose="02040503050406030204" pitchFamily="18" charset="0"/>
                            </a:rPr>
                            <m:t>𝒇</m:t>
                          </m:r>
                        </m:e>
                      </m:nary>
                      <m:d>
                        <m:dPr>
                          <m:ctrlPr>
                            <a:rPr lang="en-IN" b="1" i="1">
                              <a:latin typeface="Cambria Math" panose="02040503050406030204" pitchFamily="18" charset="0"/>
                            </a:rPr>
                          </m:ctrlPr>
                        </m:dPr>
                        <m:e>
                          <m:r>
                            <a:rPr lang="en-IN" b="1" i="1">
                              <a:latin typeface="Cambria Math" panose="02040503050406030204" pitchFamily="18" charset="0"/>
                            </a:rPr>
                            <m:t>𝒙</m:t>
                          </m:r>
                        </m:e>
                      </m:d>
                      <m:r>
                        <a:rPr lang="en-IN" b="1">
                          <a:latin typeface="Cambria Math" panose="02040503050406030204" pitchFamily="18" charset="0"/>
                        </a:rPr>
                        <m:t> </m:t>
                      </m:r>
                      <m:r>
                        <a:rPr lang="en-IN" b="1" i="1">
                          <a:latin typeface="Cambria Math" panose="02040503050406030204" pitchFamily="18" charset="0"/>
                        </a:rPr>
                        <m:t>𝒅𝒙</m:t>
                      </m:r>
                      <m:r>
                        <a:rPr lang="en-IN" b="1">
                          <a:latin typeface="Cambria Math" panose="02040503050406030204" pitchFamily="18" charset="0"/>
                        </a:rPr>
                        <m:t>=−</m:t>
                      </m:r>
                      <m:nary>
                        <m:naryPr>
                          <m:limLoc m:val="subSup"/>
                          <m:ctrlPr>
                            <a:rPr lang="en-IN" b="1" i="1">
                              <a:latin typeface="Cambria Math" panose="02040503050406030204" pitchFamily="18" charset="0"/>
                            </a:rPr>
                          </m:ctrlPr>
                        </m:naryPr>
                        <m:sub>
                          <m:r>
                            <a:rPr lang="en-IN" b="1" i="1">
                              <a:latin typeface="Cambria Math" panose="02040503050406030204" pitchFamily="18" charset="0"/>
                            </a:rPr>
                            <m:t>𝒂</m:t>
                          </m:r>
                        </m:sub>
                        <m:sup>
                          <m:r>
                            <a:rPr lang="en-IN" b="1" i="1">
                              <a:latin typeface="Cambria Math" panose="02040503050406030204" pitchFamily="18" charset="0"/>
                            </a:rPr>
                            <m:t>𝒃</m:t>
                          </m:r>
                        </m:sup>
                        <m:e>
                          <m:r>
                            <a:rPr lang="en-IN" b="1" i="1">
                              <a:latin typeface="Cambria Math" panose="02040503050406030204" pitchFamily="18" charset="0"/>
                            </a:rPr>
                            <m:t>𝒚</m:t>
                          </m:r>
                        </m:e>
                      </m:nary>
                      <m:r>
                        <a:rPr lang="en-IN" b="1">
                          <a:latin typeface="Cambria Math" panose="02040503050406030204" pitchFamily="18" charset="0"/>
                        </a:rPr>
                        <m:t> </m:t>
                      </m:r>
                      <m:r>
                        <a:rPr lang="en-IN" b="1" i="1">
                          <a:latin typeface="Cambria Math" panose="02040503050406030204" pitchFamily="18" charset="0"/>
                        </a:rPr>
                        <m:t>𝒅𝒙</m:t>
                      </m:r>
                      <m:r>
                        <a:rPr lang="en-IN" b="1">
                          <a:latin typeface="Cambria Math" panose="02040503050406030204" pitchFamily="18" charset="0"/>
                        </a:rPr>
                        <m:t> </m:t>
                      </m:r>
                      <m:d>
                        <m:dPr>
                          <m:begChr m:val="["/>
                          <m:endChr m:val="]"/>
                          <m:ctrlPr>
                            <a:rPr lang="en-IN" b="1">
                              <a:latin typeface="Cambria Math" panose="02040503050406030204" pitchFamily="18" charset="0"/>
                            </a:rPr>
                          </m:ctrlPr>
                        </m:dPr>
                        <m:e>
                          <m:r>
                            <a:rPr lang="en-IN" b="1">
                              <a:latin typeface="Cambria Math" panose="02040503050406030204" pitchFamily="18" charset="0"/>
                            </a:rPr>
                            <m:t>∵</m:t>
                          </m:r>
                          <m:r>
                            <a:rPr lang="en-IN" b="1" i="1">
                              <a:latin typeface="Cambria Math" panose="02040503050406030204" pitchFamily="18" charset="0"/>
                            </a:rPr>
                            <m:t>𝒇</m:t>
                          </m:r>
                          <m:d>
                            <m:dPr>
                              <m:ctrlPr>
                                <a:rPr lang="en-IN" b="1" i="1">
                                  <a:latin typeface="Cambria Math" panose="02040503050406030204" pitchFamily="18" charset="0"/>
                                </a:rPr>
                              </m:ctrlPr>
                            </m:dPr>
                            <m:e>
                              <m:r>
                                <a:rPr lang="en-IN" b="1" i="1">
                                  <a:latin typeface="Cambria Math" panose="02040503050406030204" pitchFamily="18" charset="0"/>
                                </a:rPr>
                                <m:t>𝒙</m:t>
                              </m:r>
                            </m:e>
                          </m:d>
                          <m:r>
                            <a:rPr lang="en-IN" b="1">
                              <a:latin typeface="Cambria Math" panose="02040503050406030204" pitchFamily="18" charset="0"/>
                            </a:rPr>
                            <m:t>≤</m:t>
                          </m:r>
                          <m:r>
                            <a:rPr lang="en-IN" b="1" i="1">
                              <a:latin typeface="Cambria Math" panose="02040503050406030204" pitchFamily="18" charset="0"/>
                            </a:rPr>
                            <m:t>𝟎</m:t>
                          </m:r>
                          <m:r>
                            <m:rPr>
                              <m:nor/>
                            </m:rPr>
                            <a:rPr lang="en-IN" b="1" i="0">
                              <a:latin typeface="Segoe Print" panose="02000600000000000000" pitchFamily="2" charset="0"/>
                            </a:rPr>
                            <m:t> for all </m:t>
                          </m:r>
                          <m:r>
                            <a:rPr lang="en-IN" b="1" i="1">
                              <a:latin typeface="Cambria Math" panose="02040503050406030204" pitchFamily="18" charset="0"/>
                            </a:rPr>
                            <m:t>𝒙</m:t>
                          </m:r>
                          <m:r>
                            <a:rPr lang="en-IN" b="1">
                              <a:latin typeface="Cambria Math" panose="02040503050406030204" pitchFamily="18" charset="0"/>
                            </a:rPr>
                            <m:t>∈</m:t>
                          </m:r>
                          <m:d>
                            <m:dPr>
                              <m:begChr m:val="["/>
                              <m:endChr m:val="]"/>
                              <m:ctrlPr>
                                <a:rPr lang="en-IN" b="1" i="1">
                                  <a:latin typeface="Cambria Math" panose="02040503050406030204" pitchFamily="18" charset="0"/>
                                </a:rPr>
                              </m:ctrlPr>
                            </m:dPr>
                            <m:e>
                              <m:r>
                                <a:rPr lang="en-IN" b="1" i="1">
                                  <a:latin typeface="Cambria Math" panose="02040503050406030204" pitchFamily="18" charset="0"/>
                                </a:rPr>
                                <m:t>𝒂</m:t>
                              </m:r>
                              <m:r>
                                <a:rPr lang="en-IN" b="1">
                                  <a:latin typeface="Cambria Math" panose="02040503050406030204" pitchFamily="18" charset="0"/>
                                </a:rPr>
                                <m:t>,</m:t>
                              </m:r>
                              <m:r>
                                <a:rPr lang="en-IN" b="1" i="1">
                                  <a:latin typeface="Cambria Math" panose="02040503050406030204" pitchFamily="18" charset="0"/>
                                </a:rPr>
                                <m:t>𝒃</m:t>
                              </m:r>
                            </m:e>
                          </m:d>
                          <m:r>
                            <a:rPr lang="en-IN" b="1">
                              <a:latin typeface="Cambria Math" panose="02040503050406030204" pitchFamily="18" charset="0"/>
                            </a:rPr>
                            <m:t>∴|</m:t>
                          </m:r>
                          <m:r>
                            <a:rPr lang="en-IN" b="1" i="1">
                              <a:latin typeface="Cambria Math" panose="02040503050406030204" pitchFamily="18" charset="0"/>
                            </a:rPr>
                            <m:t>𝒇</m:t>
                          </m:r>
                          <m:d>
                            <m:dPr>
                              <m:ctrlPr>
                                <a:rPr lang="en-IN" b="1" i="1">
                                  <a:latin typeface="Cambria Math" panose="02040503050406030204" pitchFamily="18" charset="0"/>
                                </a:rPr>
                              </m:ctrlPr>
                            </m:dPr>
                            <m:e>
                              <m:r>
                                <a:rPr lang="en-IN" b="1" i="1">
                                  <a:latin typeface="Cambria Math" panose="02040503050406030204" pitchFamily="18" charset="0"/>
                                </a:rPr>
                                <m:t>𝒙</m:t>
                              </m:r>
                            </m:e>
                          </m:d>
                          <m:r>
                            <a:rPr lang="en-IN" b="1">
                              <a:latin typeface="Cambria Math" panose="02040503050406030204" pitchFamily="18" charset="0"/>
                            </a:rPr>
                            <m:t>|=−</m:t>
                          </m:r>
                          <m:r>
                            <a:rPr lang="en-IN" b="1" i="1">
                              <a:latin typeface="Cambria Math" panose="02040503050406030204" pitchFamily="18" charset="0"/>
                            </a:rPr>
                            <m:t>𝒇</m:t>
                          </m:r>
                          <m:d>
                            <m:dPr>
                              <m:ctrlPr>
                                <a:rPr lang="en-IN" b="1" i="1">
                                  <a:latin typeface="Cambria Math" panose="02040503050406030204" pitchFamily="18" charset="0"/>
                                </a:rPr>
                              </m:ctrlPr>
                            </m:dPr>
                            <m:e>
                              <m:r>
                                <a:rPr lang="en-IN" b="1" i="1">
                                  <a:latin typeface="Cambria Math" panose="02040503050406030204" pitchFamily="18" charset="0"/>
                                </a:rPr>
                                <m:t>𝒙</m:t>
                              </m:r>
                            </m:e>
                          </m:d>
                        </m:e>
                      </m:d>
                    </m:oMath>
                  </m:oMathPara>
                </a14:m>
                <a:endParaRPr lang="en-IN" b="1" dirty="0">
                  <a:latin typeface="Segoe Print" panose="02000600000000000000" pitchFamily="2" charset="0"/>
                </a:endParaRPr>
              </a:p>
              <a:p>
                <a:endParaRPr lang="en-IN" dirty="0">
                  <a:latin typeface="Segoe Print" panose="02000600000000000000" pitchFamily="2" charset="0"/>
                </a:endParaRPr>
              </a:p>
              <a:p>
                <a:endParaRPr lang="en-IN" dirty="0">
                  <a:latin typeface="Segoe Print" panose="02000600000000000000" pitchFamily="2" charset="0"/>
                </a:endParaRPr>
              </a:p>
              <a:p>
                <a:r>
                  <a:rPr lang="en-IN" b="1" dirty="0">
                    <a:latin typeface="Segoe Print" panose="02000600000000000000" pitchFamily="2" charset="0"/>
                  </a:rPr>
                  <a:t>REMARK 3</a:t>
                </a:r>
                <a:r>
                  <a:rPr lang="en-IN" dirty="0">
                    <a:latin typeface="Segoe Print" panose="02000600000000000000" pitchFamily="2" charset="0"/>
                  </a:rPr>
                  <a:t> If </a:t>
                </a:r>
                <a14:m>
                  <m:oMath xmlns:m="http://schemas.openxmlformats.org/officeDocument/2006/math">
                    <m:r>
                      <a:rPr lang="en-IN" i="1">
                        <a:latin typeface="Cambria Math" panose="02040503050406030204" pitchFamily="18" charset="0"/>
                      </a:rPr>
                      <m:t>𝑓</m:t>
                    </m:r>
                    <m:d>
                      <m:dPr>
                        <m:ctrlPr>
                          <a:rPr lang="en-IN" i="1">
                            <a:latin typeface="Cambria Math" panose="02040503050406030204" pitchFamily="18" charset="0"/>
                          </a:rPr>
                        </m:ctrlPr>
                      </m:dPr>
                      <m:e>
                        <m:r>
                          <a:rPr lang="en-IN" i="1">
                            <a:latin typeface="Cambria Math" panose="02040503050406030204" pitchFamily="18" charset="0"/>
                          </a:rPr>
                          <m:t>𝑥</m:t>
                        </m:r>
                      </m:e>
                    </m:d>
                  </m:oMath>
                </a14:m>
                <a:r>
                  <a:rPr lang="en-IN" dirty="0">
                    <a:latin typeface="Segoe Print" panose="02000600000000000000" pitchFamily="2" charset="0"/>
                  </a:rPr>
                  <a:t>is a continuous function defined on </a:t>
                </a:r>
                <a14:m>
                  <m:oMath xmlns:m="http://schemas.openxmlformats.org/officeDocument/2006/math">
                    <m:d>
                      <m:dPr>
                        <m:begChr m:val="["/>
                        <m:endChr m:val="]"/>
                        <m:ctrlPr>
                          <a:rPr lang="en-IN" i="1">
                            <a:latin typeface="Cambria Math" panose="02040503050406030204" pitchFamily="18" charset="0"/>
                          </a:rPr>
                        </m:ctrlPr>
                      </m:dPr>
                      <m:e>
                        <m:r>
                          <a:rPr lang="en-IN" i="1">
                            <a:latin typeface="Cambria Math" panose="02040503050406030204" pitchFamily="18" charset="0"/>
                          </a:rPr>
                          <m:t>𝑎</m:t>
                        </m:r>
                        <m:r>
                          <a:rPr lang="en-IN">
                            <a:latin typeface="Cambria Math" panose="02040503050406030204" pitchFamily="18" charset="0"/>
                          </a:rPr>
                          <m:t>,</m:t>
                        </m:r>
                        <m:r>
                          <a:rPr lang="en-IN" i="1">
                            <a:latin typeface="Cambria Math" panose="02040503050406030204" pitchFamily="18" charset="0"/>
                          </a:rPr>
                          <m:t>𝑏</m:t>
                        </m:r>
                      </m:e>
                    </m:d>
                  </m:oMath>
                </a14:m>
                <a:r>
                  <a:rPr lang="en-IN" dirty="0">
                    <a:latin typeface="Segoe Print" panose="02000600000000000000" pitchFamily="2" charset="0"/>
                  </a:rPr>
                  <a:t>and </a:t>
                </a:r>
                <a14:m>
                  <m:oMath xmlns:m="http://schemas.openxmlformats.org/officeDocument/2006/math">
                    <m:r>
                      <a:rPr lang="en-IN" i="1">
                        <a:latin typeface="Cambria Math" panose="02040503050406030204" pitchFamily="18" charset="0"/>
                      </a:rPr>
                      <m:t>𝑐</m:t>
                    </m:r>
                    <m:r>
                      <a:rPr lang="en-IN">
                        <a:latin typeface="Cambria Math" panose="02040503050406030204" pitchFamily="18" charset="0"/>
                      </a:rPr>
                      <m:t>∈</m:t>
                    </m:r>
                    <m:d>
                      <m:dPr>
                        <m:ctrlPr>
                          <a:rPr lang="en-IN" i="1">
                            <a:latin typeface="Cambria Math" panose="02040503050406030204" pitchFamily="18" charset="0"/>
                          </a:rPr>
                        </m:ctrlPr>
                      </m:dPr>
                      <m:e>
                        <m:r>
                          <a:rPr lang="en-IN" i="1">
                            <a:latin typeface="Cambria Math" panose="02040503050406030204" pitchFamily="18" charset="0"/>
                          </a:rPr>
                          <m:t>𝑎</m:t>
                        </m:r>
                        <m:r>
                          <a:rPr lang="en-IN">
                            <a:latin typeface="Cambria Math" panose="02040503050406030204" pitchFamily="18" charset="0"/>
                          </a:rPr>
                          <m:t>,</m:t>
                        </m:r>
                        <m:r>
                          <a:rPr lang="en-IN" i="1">
                            <a:latin typeface="Cambria Math" panose="02040503050406030204" pitchFamily="18" charset="0"/>
                          </a:rPr>
                          <m:t>𝑏</m:t>
                        </m:r>
                      </m:e>
                    </m:d>
                  </m:oMath>
                </a14:m>
                <a:r>
                  <a:rPr lang="en-IN" dirty="0">
                    <a:latin typeface="Segoe Print" panose="02000600000000000000" pitchFamily="2" charset="0"/>
                  </a:rPr>
                  <a:t>such that the curve </a:t>
                </a:r>
                <a14:m>
                  <m:oMath xmlns:m="http://schemas.openxmlformats.org/officeDocument/2006/math">
                    <m:r>
                      <a:rPr lang="en-IN" i="1">
                        <a:latin typeface="Cambria Math" panose="02040503050406030204" pitchFamily="18" charset="0"/>
                      </a:rPr>
                      <m:t>𝑦</m:t>
                    </m:r>
                    <m:r>
                      <a:rPr lang="en-IN">
                        <a:latin typeface="Cambria Math" panose="02040503050406030204" pitchFamily="18" charset="0"/>
                      </a:rPr>
                      <m:t>=</m:t>
                    </m:r>
                    <m:r>
                      <a:rPr lang="en-IN" i="1">
                        <a:latin typeface="Cambria Math" panose="02040503050406030204" pitchFamily="18" charset="0"/>
                      </a:rPr>
                      <m:t>𝑓</m:t>
                    </m:r>
                    <m:d>
                      <m:dPr>
                        <m:ctrlPr>
                          <a:rPr lang="en-IN" i="1">
                            <a:latin typeface="Cambria Math" panose="02040503050406030204" pitchFamily="18" charset="0"/>
                          </a:rPr>
                        </m:ctrlPr>
                      </m:dPr>
                      <m:e>
                        <m:r>
                          <a:rPr lang="en-IN" i="1">
                            <a:latin typeface="Cambria Math" panose="02040503050406030204" pitchFamily="18" charset="0"/>
                          </a:rPr>
                          <m:t>𝑥</m:t>
                        </m:r>
                      </m:e>
                    </m:d>
                  </m:oMath>
                </a14:m>
                <a:r>
                  <a:rPr lang="en-IN" dirty="0">
                    <a:latin typeface="Segoe Print" panose="02000600000000000000" pitchFamily="2" charset="0"/>
                  </a:rPr>
                  <a:t>lies above </a:t>
                </a:r>
                <a14:m>
                  <m:oMath xmlns:m="http://schemas.openxmlformats.org/officeDocument/2006/math">
                    <m:r>
                      <a:rPr lang="en-IN" i="1">
                        <a:latin typeface="Cambria Math" panose="02040503050406030204" pitchFamily="18" charset="0"/>
                      </a:rPr>
                      <m:t>𝑥</m:t>
                    </m:r>
                  </m:oMath>
                </a14:m>
                <a:r>
                  <a:rPr lang="en-IN" dirty="0">
                    <a:latin typeface="Segoe Print" panose="02000600000000000000" pitchFamily="2" charset="0"/>
                  </a:rPr>
                  <a:t>-axis on </a:t>
                </a:r>
                <a14:m>
                  <m:oMath xmlns:m="http://schemas.openxmlformats.org/officeDocument/2006/math">
                    <m:d>
                      <m:dPr>
                        <m:begChr m:val="["/>
                        <m:endChr m:val="]"/>
                        <m:ctrlPr>
                          <a:rPr lang="en-IN" i="1">
                            <a:latin typeface="Cambria Math" panose="02040503050406030204" pitchFamily="18" charset="0"/>
                          </a:rPr>
                        </m:ctrlPr>
                      </m:dPr>
                      <m:e>
                        <m:r>
                          <a:rPr lang="en-IN" i="1">
                            <a:latin typeface="Cambria Math" panose="02040503050406030204" pitchFamily="18" charset="0"/>
                          </a:rPr>
                          <m:t>𝑎</m:t>
                        </m:r>
                        <m:r>
                          <a:rPr lang="en-IN">
                            <a:latin typeface="Cambria Math" panose="02040503050406030204" pitchFamily="18" charset="0"/>
                          </a:rPr>
                          <m:t>,</m:t>
                        </m:r>
                        <m:r>
                          <a:rPr lang="en-IN" i="1">
                            <a:latin typeface="Cambria Math" panose="02040503050406030204" pitchFamily="18" charset="0"/>
                          </a:rPr>
                          <m:t>𝑐</m:t>
                        </m:r>
                      </m:e>
                    </m:d>
                  </m:oMath>
                </a14:m>
                <a:r>
                  <a:rPr lang="en-IN" dirty="0">
                    <a:latin typeface="Segoe Print" panose="02000600000000000000" pitchFamily="2" charset="0"/>
                  </a:rPr>
                  <a:t>below </a:t>
                </a:r>
                <a14:m>
                  <m:oMath xmlns:m="http://schemas.openxmlformats.org/officeDocument/2006/math">
                    <m:r>
                      <a:rPr lang="en-IN" i="1">
                        <a:latin typeface="Cambria Math" panose="02040503050406030204" pitchFamily="18" charset="0"/>
                      </a:rPr>
                      <m:t>𝑥</m:t>
                    </m:r>
                  </m:oMath>
                </a14:m>
                <a:r>
                  <a:rPr lang="en-IN" dirty="0">
                    <a:latin typeface="Segoe Print" panose="02000600000000000000" pitchFamily="2" charset="0"/>
                  </a:rPr>
                  <a:t>-axis on </a:t>
                </a:r>
                <a14:m>
                  <m:oMath xmlns:m="http://schemas.openxmlformats.org/officeDocument/2006/math">
                    <m:d>
                      <m:dPr>
                        <m:begChr m:val="["/>
                        <m:endChr m:val="]"/>
                        <m:ctrlPr>
                          <a:rPr lang="en-IN" i="1">
                            <a:latin typeface="Cambria Math" panose="02040503050406030204" pitchFamily="18" charset="0"/>
                          </a:rPr>
                        </m:ctrlPr>
                      </m:dPr>
                      <m:e>
                        <m:r>
                          <a:rPr lang="en-IN" i="1">
                            <a:latin typeface="Cambria Math" panose="02040503050406030204" pitchFamily="18" charset="0"/>
                          </a:rPr>
                          <m:t>𝑐</m:t>
                        </m:r>
                        <m:r>
                          <a:rPr lang="en-IN">
                            <a:latin typeface="Cambria Math" panose="02040503050406030204" pitchFamily="18" charset="0"/>
                          </a:rPr>
                          <m:t>,</m:t>
                        </m:r>
                        <m:r>
                          <a:rPr lang="en-IN" i="1">
                            <a:latin typeface="Cambria Math" panose="02040503050406030204" pitchFamily="18" charset="0"/>
                          </a:rPr>
                          <m:t>𝑏</m:t>
                        </m:r>
                      </m:e>
                    </m:d>
                  </m:oMath>
                </a14:m>
                <a:r>
                  <a:rPr lang="en-IN" dirty="0">
                    <a:latin typeface="Segoe Print" panose="02000600000000000000" pitchFamily="2" charset="0"/>
                  </a:rPr>
                  <a:t>as shown in Fig. 20.4. Then, area </a:t>
                </a:r>
                <a14:m>
                  <m:oMath xmlns:m="http://schemas.openxmlformats.org/officeDocument/2006/math">
                    <m:r>
                      <a:rPr lang="en-IN" i="1">
                        <a:latin typeface="Cambria Math" panose="02040503050406030204" pitchFamily="18" charset="0"/>
                      </a:rPr>
                      <m:t>𝐴</m:t>
                    </m:r>
                  </m:oMath>
                </a14:m>
                <a:r>
                  <a:rPr lang="en-IN" dirty="0">
                    <a:latin typeface="Segoe Print" panose="02000600000000000000" pitchFamily="2" charset="0"/>
                  </a:rPr>
                  <a:t>of the region bounded by </a:t>
                </a:r>
                <a14:m>
                  <m:oMath xmlns:m="http://schemas.openxmlformats.org/officeDocument/2006/math">
                    <m:r>
                      <a:rPr lang="en-IN" i="1">
                        <a:latin typeface="Cambria Math" panose="02040503050406030204" pitchFamily="18" charset="0"/>
                      </a:rPr>
                      <m:t>𝑦</m:t>
                    </m:r>
                    <m:r>
                      <a:rPr lang="en-IN">
                        <a:latin typeface="Cambria Math" panose="02040503050406030204" pitchFamily="18" charset="0"/>
                      </a:rPr>
                      <m:t>=</m:t>
                    </m:r>
                    <m:r>
                      <a:rPr lang="en-IN" i="1">
                        <a:latin typeface="Cambria Math" panose="02040503050406030204" pitchFamily="18" charset="0"/>
                      </a:rPr>
                      <m:t>𝑓</m:t>
                    </m:r>
                    <m:d>
                      <m:dPr>
                        <m:ctrlPr>
                          <a:rPr lang="en-IN" i="1">
                            <a:latin typeface="Cambria Math" panose="02040503050406030204" pitchFamily="18" charset="0"/>
                          </a:rPr>
                        </m:ctrlPr>
                      </m:dPr>
                      <m:e>
                        <m:r>
                          <a:rPr lang="en-IN" i="1">
                            <a:latin typeface="Cambria Math" panose="02040503050406030204" pitchFamily="18" charset="0"/>
                          </a:rPr>
                          <m:t>𝑥</m:t>
                        </m:r>
                      </m:e>
                    </m:d>
                  </m:oMath>
                </a14:m>
                <a:r>
                  <a:rPr lang="en-IN" dirty="0">
                    <a:latin typeface="Segoe Print" panose="02000600000000000000" pitchFamily="2" charset="0"/>
                  </a:rPr>
                  <a:t>, </a:t>
                </a:r>
                <a14:m>
                  <m:oMath xmlns:m="http://schemas.openxmlformats.org/officeDocument/2006/math">
                    <m:r>
                      <a:rPr lang="en-IN" i="1">
                        <a:latin typeface="Cambria Math" panose="02040503050406030204" pitchFamily="18" charset="0"/>
                      </a:rPr>
                      <m:t>𝑥</m:t>
                    </m:r>
                  </m:oMath>
                </a14:m>
                <a:r>
                  <a:rPr lang="en-IN" dirty="0">
                    <a:latin typeface="Segoe Print" panose="02000600000000000000" pitchFamily="2" charset="0"/>
                  </a:rPr>
                  <a:t>-axis, </a:t>
                </a:r>
                <a14:m>
                  <m:oMath xmlns:m="http://schemas.openxmlformats.org/officeDocument/2006/math">
                    <m:r>
                      <a:rPr lang="en-IN" i="1">
                        <a:latin typeface="Cambria Math" panose="02040503050406030204" pitchFamily="18" charset="0"/>
                      </a:rPr>
                      <m:t>𝑥</m:t>
                    </m:r>
                    <m:r>
                      <a:rPr lang="en-IN">
                        <a:latin typeface="Cambria Math" panose="02040503050406030204" pitchFamily="18" charset="0"/>
                      </a:rPr>
                      <m:t>=</m:t>
                    </m:r>
                    <m:r>
                      <a:rPr lang="en-IN" i="1">
                        <a:latin typeface="Cambria Math" panose="02040503050406030204" pitchFamily="18" charset="0"/>
                      </a:rPr>
                      <m:t>𝑎</m:t>
                    </m:r>
                  </m:oMath>
                </a14:m>
                <a:r>
                  <a:rPr lang="en-IN" dirty="0">
                    <a:latin typeface="Segoe Print" panose="02000600000000000000" pitchFamily="2" charset="0"/>
                  </a:rPr>
                  <a:t>and </a:t>
                </a:r>
                <a14:m>
                  <m:oMath xmlns:m="http://schemas.openxmlformats.org/officeDocument/2006/math">
                    <m:r>
                      <a:rPr lang="en-IN" i="1">
                        <a:latin typeface="Cambria Math" panose="02040503050406030204" pitchFamily="18" charset="0"/>
                      </a:rPr>
                      <m:t>𝑥</m:t>
                    </m:r>
                    <m:r>
                      <a:rPr lang="en-IN">
                        <a:latin typeface="Cambria Math" panose="02040503050406030204" pitchFamily="18" charset="0"/>
                      </a:rPr>
                      <m:t>=</m:t>
                    </m:r>
                    <m:r>
                      <a:rPr lang="en-IN" i="1">
                        <a:latin typeface="Cambria Math" panose="02040503050406030204" pitchFamily="18" charset="0"/>
                      </a:rPr>
                      <m:t>𝑏</m:t>
                    </m:r>
                  </m:oMath>
                </a14:m>
                <a:r>
                  <a:rPr lang="en-IN" dirty="0">
                    <a:latin typeface="Segoe Print" panose="02000600000000000000" pitchFamily="2" charset="0"/>
                  </a:rPr>
                  <a:t>is given by </a:t>
                </a:r>
              </a:p>
              <a:p>
                <a:pPr/>
                <a14:m>
                  <m:oMathPara xmlns:m="http://schemas.openxmlformats.org/officeDocument/2006/math">
                    <m:oMath>
                      <m:r>
                        <a:rPr lang="en-IN" b="1" i="1">
                          <a:latin typeface="Cambria Math" panose="02040503050406030204" pitchFamily="18" charset="0"/>
                        </a:rPr>
                        <m:t>𝑨</m:t>
                      </m:r>
                      <m:r>
                        <a:rPr lang="en-IN" b="1">
                          <a:latin typeface="Cambria Math" panose="02040503050406030204" pitchFamily="18" charset="0"/>
                        </a:rPr>
                        <m:t>=</m:t>
                      </m:r>
                      <m:nary>
                        <m:naryPr>
                          <m:limLoc m:val="subSup"/>
                          <m:ctrlPr>
                            <a:rPr lang="en-IN" b="1" i="1">
                              <a:latin typeface="Cambria Math" panose="02040503050406030204" pitchFamily="18" charset="0"/>
                            </a:rPr>
                          </m:ctrlPr>
                        </m:naryPr>
                        <m:sub>
                          <m:r>
                            <a:rPr lang="en-IN" b="1" i="1">
                              <a:latin typeface="Cambria Math" panose="02040503050406030204" pitchFamily="18" charset="0"/>
                            </a:rPr>
                            <m:t>𝒂</m:t>
                          </m:r>
                        </m:sub>
                        <m:sup>
                          <m:r>
                            <a:rPr lang="en-IN" b="1" i="1">
                              <a:latin typeface="Cambria Math" panose="02040503050406030204" pitchFamily="18" charset="0"/>
                            </a:rPr>
                            <m:t>𝒃</m:t>
                          </m:r>
                        </m:sup>
                        <m:e>
                          <m:r>
                            <a:rPr lang="en-IN" b="1">
                              <a:latin typeface="Cambria Math" panose="02040503050406030204" pitchFamily="18" charset="0"/>
                            </a:rPr>
                            <m:t>|</m:t>
                          </m:r>
                        </m:e>
                      </m:nary>
                      <m:r>
                        <a:rPr lang="en-IN" b="1" i="1">
                          <a:latin typeface="Cambria Math" panose="02040503050406030204" pitchFamily="18" charset="0"/>
                        </a:rPr>
                        <m:t>𝒇</m:t>
                      </m:r>
                      <m:d>
                        <m:dPr>
                          <m:ctrlPr>
                            <a:rPr lang="en-IN" b="1" i="1">
                              <a:latin typeface="Cambria Math" panose="02040503050406030204" pitchFamily="18" charset="0"/>
                            </a:rPr>
                          </m:ctrlPr>
                        </m:dPr>
                        <m:e>
                          <m:r>
                            <a:rPr lang="en-IN" b="1" i="1">
                              <a:latin typeface="Cambria Math" panose="02040503050406030204" pitchFamily="18" charset="0"/>
                            </a:rPr>
                            <m:t>𝒙</m:t>
                          </m:r>
                        </m:e>
                      </m:d>
                      <m:r>
                        <a:rPr lang="en-IN" b="1">
                          <a:latin typeface="Cambria Math" panose="02040503050406030204" pitchFamily="18" charset="0"/>
                        </a:rPr>
                        <m:t>| </m:t>
                      </m:r>
                      <m:r>
                        <a:rPr lang="en-IN" b="1" i="1">
                          <a:latin typeface="Cambria Math" panose="02040503050406030204" pitchFamily="18" charset="0"/>
                        </a:rPr>
                        <m:t>𝒅𝒙</m:t>
                      </m:r>
                      <m:r>
                        <a:rPr lang="en-IN" b="1">
                          <a:latin typeface="Cambria Math" panose="02040503050406030204" pitchFamily="18" charset="0"/>
                        </a:rPr>
                        <m:t>=</m:t>
                      </m:r>
                      <m:nary>
                        <m:naryPr>
                          <m:limLoc m:val="subSup"/>
                          <m:ctrlPr>
                            <a:rPr lang="en-IN" b="1" i="1">
                              <a:latin typeface="Cambria Math" panose="02040503050406030204" pitchFamily="18" charset="0"/>
                            </a:rPr>
                          </m:ctrlPr>
                        </m:naryPr>
                        <m:sub>
                          <m:r>
                            <a:rPr lang="en-IN" b="1" i="1">
                              <a:latin typeface="Cambria Math" panose="02040503050406030204" pitchFamily="18" charset="0"/>
                            </a:rPr>
                            <m:t>𝒂</m:t>
                          </m:r>
                        </m:sub>
                        <m:sup>
                          <m:r>
                            <a:rPr lang="en-IN" b="1" i="1">
                              <a:latin typeface="Cambria Math" panose="02040503050406030204" pitchFamily="18" charset="0"/>
                            </a:rPr>
                            <m:t>𝒄</m:t>
                          </m:r>
                        </m:sup>
                        <m:e>
                          <m:r>
                            <a:rPr lang="en-IN" b="1">
                              <a:latin typeface="Cambria Math" panose="02040503050406030204" pitchFamily="18" charset="0"/>
                            </a:rPr>
                            <m:t>|</m:t>
                          </m:r>
                        </m:e>
                      </m:nary>
                      <m:r>
                        <a:rPr lang="en-IN" b="1" i="1">
                          <a:latin typeface="Cambria Math" panose="02040503050406030204" pitchFamily="18" charset="0"/>
                        </a:rPr>
                        <m:t>𝒇</m:t>
                      </m:r>
                      <m:d>
                        <m:dPr>
                          <m:ctrlPr>
                            <a:rPr lang="en-IN" b="1" i="1">
                              <a:latin typeface="Cambria Math" panose="02040503050406030204" pitchFamily="18" charset="0"/>
                            </a:rPr>
                          </m:ctrlPr>
                        </m:dPr>
                        <m:e>
                          <m:r>
                            <a:rPr lang="en-IN" b="1" i="1">
                              <a:latin typeface="Cambria Math" panose="02040503050406030204" pitchFamily="18" charset="0"/>
                            </a:rPr>
                            <m:t>𝒙</m:t>
                          </m:r>
                        </m:e>
                      </m:d>
                      <m:r>
                        <a:rPr lang="en-IN" b="1">
                          <a:latin typeface="Cambria Math" panose="02040503050406030204" pitchFamily="18" charset="0"/>
                        </a:rPr>
                        <m:t>| </m:t>
                      </m:r>
                      <m:r>
                        <a:rPr lang="en-IN" b="1" i="1">
                          <a:latin typeface="Cambria Math" panose="02040503050406030204" pitchFamily="18" charset="0"/>
                        </a:rPr>
                        <m:t>𝒅𝒙</m:t>
                      </m:r>
                      <m:r>
                        <a:rPr lang="en-IN" b="1">
                          <a:latin typeface="Cambria Math" panose="02040503050406030204" pitchFamily="18" charset="0"/>
                        </a:rPr>
                        <m:t>+</m:t>
                      </m:r>
                      <m:nary>
                        <m:naryPr>
                          <m:limLoc m:val="subSup"/>
                          <m:ctrlPr>
                            <a:rPr lang="en-IN" b="1" i="1">
                              <a:latin typeface="Cambria Math" panose="02040503050406030204" pitchFamily="18" charset="0"/>
                            </a:rPr>
                          </m:ctrlPr>
                        </m:naryPr>
                        <m:sub>
                          <m:r>
                            <a:rPr lang="en-IN" b="1" i="1">
                              <a:latin typeface="Cambria Math" panose="02040503050406030204" pitchFamily="18" charset="0"/>
                            </a:rPr>
                            <m:t>𝒄</m:t>
                          </m:r>
                        </m:sub>
                        <m:sup>
                          <m:r>
                            <a:rPr lang="en-IN" b="1" i="1">
                              <a:latin typeface="Cambria Math" panose="02040503050406030204" pitchFamily="18" charset="0"/>
                            </a:rPr>
                            <m:t>𝒃</m:t>
                          </m:r>
                        </m:sup>
                        <m:e>
                          <m:r>
                            <a:rPr lang="en-IN" b="1">
                              <a:latin typeface="Cambria Math" panose="02040503050406030204" pitchFamily="18" charset="0"/>
                            </a:rPr>
                            <m:t>|</m:t>
                          </m:r>
                        </m:e>
                      </m:nary>
                      <m:r>
                        <a:rPr lang="en-IN" b="1" i="1">
                          <a:latin typeface="Cambria Math" panose="02040503050406030204" pitchFamily="18" charset="0"/>
                        </a:rPr>
                        <m:t>𝒇</m:t>
                      </m:r>
                      <m:d>
                        <m:dPr>
                          <m:ctrlPr>
                            <a:rPr lang="en-IN" b="1" i="1">
                              <a:latin typeface="Cambria Math" panose="02040503050406030204" pitchFamily="18" charset="0"/>
                            </a:rPr>
                          </m:ctrlPr>
                        </m:dPr>
                        <m:e>
                          <m:r>
                            <a:rPr lang="en-IN" b="1" i="1">
                              <a:latin typeface="Cambria Math" panose="02040503050406030204" pitchFamily="18" charset="0"/>
                            </a:rPr>
                            <m:t>𝒙</m:t>
                          </m:r>
                        </m:e>
                      </m:d>
                      <m:r>
                        <a:rPr lang="en-IN" b="1">
                          <a:latin typeface="Cambria Math" panose="02040503050406030204" pitchFamily="18" charset="0"/>
                        </a:rPr>
                        <m:t>| </m:t>
                      </m:r>
                      <m:r>
                        <a:rPr lang="en-IN" b="1" i="1">
                          <a:latin typeface="Cambria Math" panose="02040503050406030204" pitchFamily="18" charset="0"/>
                        </a:rPr>
                        <m:t>𝒅𝒙</m:t>
                      </m:r>
                      <m:r>
                        <a:rPr lang="en-IN" b="1">
                          <a:latin typeface="Cambria Math" panose="02040503050406030204" pitchFamily="18" charset="0"/>
                        </a:rPr>
                        <m:t>=</m:t>
                      </m:r>
                      <m:nary>
                        <m:naryPr>
                          <m:limLoc m:val="subSup"/>
                          <m:ctrlPr>
                            <a:rPr lang="en-IN" b="1" i="1">
                              <a:latin typeface="Cambria Math" panose="02040503050406030204" pitchFamily="18" charset="0"/>
                            </a:rPr>
                          </m:ctrlPr>
                        </m:naryPr>
                        <m:sub>
                          <m:r>
                            <a:rPr lang="en-IN" b="1" i="1">
                              <a:latin typeface="Cambria Math" panose="02040503050406030204" pitchFamily="18" charset="0"/>
                            </a:rPr>
                            <m:t>𝒂</m:t>
                          </m:r>
                        </m:sub>
                        <m:sup>
                          <m:r>
                            <a:rPr lang="en-IN" b="1" i="1">
                              <a:latin typeface="Cambria Math" panose="02040503050406030204" pitchFamily="18" charset="0"/>
                            </a:rPr>
                            <m:t>𝒄</m:t>
                          </m:r>
                        </m:sup>
                        <m:e>
                          <m:r>
                            <a:rPr lang="en-IN" b="1" i="1">
                              <a:latin typeface="Cambria Math" panose="02040503050406030204" pitchFamily="18" charset="0"/>
                            </a:rPr>
                            <m:t>𝒇</m:t>
                          </m:r>
                        </m:e>
                      </m:nary>
                      <m:d>
                        <m:dPr>
                          <m:ctrlPr>
                            <a:rPr lang="en-IN" b="1" i="1">
                              <a:latin typeface="Cambria Math" panose="02040503050406030204" pitchFamily="18" charset="0"/>
                            </a:rPr>
                          </m:ctrlPr>
                        </m:dPr>
                        <m:e>
                          <m:r>
                            <a:rPr lang="en-IN" b="1" i="1">
                              <a:latin typeface="Cambria Math" panose="02040503050406030204" pitchFamily="18" charset="0"/>
                            </a:rPr>
                            <m:t>𝒙</m:t>
                          </m:r>
                        </m:e>
                      </m:d>
                      <m:r>
                        <a:rPr lang="en-IN" b="1">
                          <a:latin typeface="Cambria Math" panose="02040503050406030204" pitchFamily="18" charset="0"/>
                        </a:rPr>
                        <m:t> </m:t>
                      </m:r>
                      <m:r>
                        <a:rPr lang="en-IN" b="1" i="1">
                          <a:latin typeface="Cambria Math" panose="02040503050406030204" pitchFamily="18" charset="0"/>
                        </a:rPr>
                        <m:t>𝒅𝒙</m:t>
                      </m:r>
                      <m:r>
                        <a:rPr lang="en-IN" b="1">
                          <a:latin typeface="Cambria Math" panose="02040503050406030204" pitchFamily="18" charset="0"/>
                        </a:rPr>
                        <m:t>+</m:t>
                      </m:r>
                      <m:nary>
                        <m:naryPr>
                          <m:limLoc m:val="subSup"/>
                          <m:ctrlPr>
                            <a:rPr lang="en-IN" b="1" i="1">
                              <a:latin typeface="Cambria Math" panose="02040503050406030204" pitchFamily="18" charset="0"/>
                            </a:rPr>
                          </m:ctrlPr>
                        </m:naryPr>
                        <m:sub>
                          <m:r>
                            <a:rPr lang="en-IN" b="1" i="1">
                              <a:latin typeface="Cambria Math" panose="02040503050406030204" pitchFamily="18" charset="0"/>
                            </a:rPr>
                            <m:t>𝒄</m:t>
                          </m:r>
                        </m:sub>
                        <m:sup>
                          <m:r>
                            <a:rPr lang="en-IN" b="1" i="1">
                              <a:latin typeface="Cambria Math" panose="02040503050406030204" pitchFamily="18" charset="0"/>
                            </a:rPr>
                            <m:t>𝒃</m:t>
                          </m:r>
                        </m:sup>
                        <m:e>
                          <m:r>
                            <a:rPr lang="en-IN" b="1">
                              <a:latin typeface="Cambria Math" panose="02040503050406030204" pitchFamily="18" charset="0"/>
                            </a:rPr>
                            <m:t>−</m:t>
                          </m:r>
                        </m:e>
                      </m:nary>
                      <m:r>
                        <a:rPr lang="en-IN" b="1" i="1">
                          <a:latin typeface="Cambria Math" panose="02040503050406030204" pitchFamily="18" charset="0"/>
                        </a:rPr>
                        <m:t>𝒇</m:t>
                      </m:r>
                      <m:d>
                        <m:dPr>
                          <m:ctrlPr>
                            <a:rPr lang="en-IN" b="1" i="1">
                              <a:latin typeface="Cambria Math" panose="02040503050406030204" pitchFamily="18" charset="0"/>
                            </a:rPr>
                          </m:ctrlPr>
                        </m:dPr>
                        <m:e>
                          <m:r>
                            <a:rPr lang="en-IN" b="1" i="1">
                              <a:latin typeface="Cambria Math" panose="02040503050406030204" pitchFamily="18" charset="0"/>
                            </a:rPr>
                            <m:t>𝒙</m:t>
                          </m:r>
                        </m:e>
                      </m:d>
                      <m:r>
                        <a:rPr lang="en-IN" b="1">
                          <a:latin typeface="Cambria Math" panose="02040503050406030204" pitchFamily="18" charset="0"/>
                        </a:rPr>
                        <m:t> </m:t>
                      </m:r>
                      <m:r>
                        <a:rPr lang="en-IN" b="1" i="1">
                          <a:latin typeface="Cambria Math" panose="02040503050406030204" pitchFamily="18" charset="0"/>
                        </a:rPr>
                        <m:t>𝒅𝒙</m:t>
                      </m:r>
                    </m:oMath>
                  </m:oMathPara>
                </a14:m>
                <a:endParaRPr lang="en-IN" b="1" dirty="0">
                  <a:latin typeface="Segoe Print" panose="02000600000000000000" pitchFamily="2" charset="0"/>
                </a:endParaRPr>
              </a:p>
              <a:p>
                <a:endParaRPr lang="en-IN" dirty="0">
                  <a:latin typeface="Segoe Print" panose="02000600000000000000" pitchFamily="2" charset="0"/>
                </a:endParaRPr>
              </a:p>
            </p:txBody>
          </p:sp>
        </mc:Choice>
        <mc:Fallback xmlns="">
          <p:sp>
            <p:nvSpPr>
              <p:cNvPr id="3" name="TextBox 2">
                <a:extLst>
                  <a:ext uri="{FF2B5EF4-FFF2-40B4-BE49-F238E27FC236}">
                    <a16:creationId xmlns:a16="http://schemas.microsoft.com/office/drawing/2014/main" id="{82907E97-FEEC-2780-0DBA-D65E9918693E}"/>
                  </a:ext>
                </a:extLst>
              </p:cNvPr>
              <p:cNvSpPr txBox="1">
                <a:spLocks noRot="1" noChangeAspect="1" noMove="1" noResize="1" noEditPoints="1" noAdjustHandles="1" noChangeArrowheads="1" noChangeShapeType="1" noTextEdit="1"/>
              </p:cNvSpPr>
              <p:nvPr/>
            </p:nvSpPr>
            <p:spPr>
              <a:xfrm>
                <a:off x="208280" y="193040"/>
                <a:ext cx="11775440" cy="3575722"/>
              </a:xfrm>
              <a:prstGeom prst="rect">
                <a:avLst/>
              </a:prstGeom>
              <a:blipFill>
                <a:blip r:embed="rId2"/>
                <a:stretch>
                  <a:fillRect l="-414" t="-853"/>
                </a:stretch>
              </a:blipFill>
            </p:spPr>
            <p:txBody>
              <a:bodyPr/>
              <a:lstStyle/>
              <a:p>
                <a:r>
                  <a:rPr lang="en-IN">
                    <a:noFill/>
                  </a:rPr>
                  <a:t> </a:t>
                </a:r>
              </a:p>
            </p:txBody>
          </p:sp>
        </mc:Fallback>
      </mc:AlternateContent>
      <p:pic>
        <p:nvPicPr>
          <p:cNvPr id="7" name="Picture 6">
            <a:extLst>
              <a:ext uri="{FF2B5EF4-FFF2-40B4-BE49-F238E27FC236}">
                <a16:creationId xmlns:a16="http://schemas.microsoft.com/office/drawing/2014/main" id="{E1AC9619-5BE7-7119-0066-5A880FC6C369}"/>
              </a:ext>
            </a:extLst>
          </p:cNvPr>
          <p:cNvPicPr>
            <a:picLocks noChangeAspect="1"/>
          </p:cNvPicPr>
          <p:nvPr/>
        </p:nvPicPr>
        <p:blipFill>
          <a:blip r:embed="rId3"/>
          <a:stretch>
            <a:fillRect/>
          </a:stretch>
        </p:blipFill>
        <p:spPr>
          <a:xfrm>
            <a:off x="3742448" y="3723042"/>
            <a:ext cx="3467584" cy="227679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8512610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3360"/>
        <p:cNvGrpSpPr/>
        <p:nvPr/>
      </p:nvGrpSpPr>
      <p:grpSpPr>
        <a:xfrm>
          <a:off x="0" y="0"/>
          <a:ext cx="0" cy="0"/>
          <a:chOff x="0" y="0"/>
          <a:chExt cx="0" cy="0"/>
        </a:xfrm>
      </p:grpSpPr>
      <p:sp>
        <p:nvSpPr>
          <p:cNvPr id="3361" name="Google Shape;3361;p55"/>
          <p:cNvSpPr txBox="1">
            <a:spLocks noGrp="1"/>
          </p:cNvSpPr>
          <p:nvPr>
            <p:ph type="title"/>
          </p:nvPr>
        </p:nvSpPr>
        <p:spPr>
          <a:xfrm>
            <a:off x="3038400" y="2906167"/>
            <a:ext cx="8193600" cy="1219200"/>
          </a:xfrm>
          <a:prstGeom prst="rect">
            <a:avLst/>
          </a:prstGeom>
        </p:spPr>
        <p:txBody>
          <a:bodyPr spcFirstLastPara="1" vert="horz" wrap="square" lIns="121900" tIns="121900" rIns="121900" bIns="121900" rtlCol="0" anchor="b" anchorCtr="0">
            <a:noAutofit/>
          </a:bodyPr>
          <a:lstStyle/>
          <a:p>
            <a:r>
              <a:rPr lang="en-IN" dirty="0">
                <a:latin typeface="+mn-lt"/>
              </a:rPr>
              <a:t>Questions</a:t>
            </a:r>
            <a:endParaRPr dirty="0">
              <a:latin typeface="+mn-lt"/>
            </a:endParaRPr>
          </a:p>
        </p:txBody>
      </p:sp>
      <p:sp>
        <p:nvSpPr>
          <p:cNvPr id="3363" name="Google Shape;3363;p55"/>
          <p:cNvSpPr txBox="1">
            <a:spLocks noGrp="1"/>
          </p:cNvSpPr>
          <p:nvPr>
            <p:ph type="title" idx="2"/>
          </p:nvPr>
        </p:nvSpPr>
        <p:spPr>
          <a:xfrm>
            <a:off x="8793600" y="1123633"/>
            <a:ext cx="2438400" cy="1782400"/>
          </a:xfrm>
          <a:prstGeom prst="rect">
            <a:avLst/>
          </a:prstGeom>
        </p:spPr>
        <p:txBody>
          <a:bodyPr spcFirstLastPara="1" vert="horz" wrap="square" lIns="121900" tIns="121900" rIns="121900" bIns="121900" rtlCol="0" anchor="ctr" anchorCtr="0">
            <a:noAutofit/>
          </a:bodyPr>
          <a:lstStyle/>
          <a:p>
            <a:r>
              <a:rPr lang="en" dirty="0">
                <a:solidFill>
                  <a:schemeClr val="accent2"/>
                </a:solidFill>
              </a:rPr>
              <a:t>03</a:t>
            </a:r>
            <a:endParaRPr dirty="0">
              <a:solidFill>
                <a:schemeClr val="accent2"/>
              </a:solidFill>
            </a:endParaRPr>
          </a:p>
        </p:txBody>
      </p:sp>
      <p:pic>
        <p:nvPicPr>
          <p:cNvPr id="3364" name="Google Shape;3364;p55"/>
          <p:cNvPicPr preferRelativeResize="0"/>
          <p:nvPr/>
        </p:nvPicPr>
        <p:blipFill>
          <a:blip r:embed="rId3">
            <a:alphaModFix/>
          </a:blip>
          <a:stretch>
            <a:fillRect/>
          </a:stretch>
        </p:blipFill>
        <p:spPr>
          <a:xfrm flipH="1">
            <a:off x="2827331" y="3222867"/>
            <a:ext cx="1458259" cy="3047999"/>
          </a:xfrm>
          <a:prstGeom prst="rect">
            <a:avLst/>
          </a:prstGeom>
          <a:noFill/>
          <a:ln>
            <a:noFill/>
          </a:ln>
        </p:spPr>
      </p:pic>
      <p:pic>
        <p:nvPicPr>
          <p:cNvPr id="3365" name="Google Shape;3365;p55"/>
          <p:cNvPicPr preferRelativeResize="0"/>
          <p:nvPr/>
        </p:nvPicPr>
        <p:blipFill>
          <a:blip r:embed="rId4">
            <a:alphaModFix/>
          </a:blip>
          <a:stretch>
            <a:fillRect/>
          </a:stretch>
        </p:blipFill>
        <p:spPr>
          <a:xfrm rot="783854">
            <a:off x="5765" y="1032101"/>
            <a:ext cx="2650211" cy="3474719"/>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D5D305A-0137-D218-779A-A991D1D6BD93}"/>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8CDD667D-9121-166C-9266-A0400538A609}"/>
                  </a:ext>
                </a:extLst>
              </p:cNvPr>
              <p:cNvSpPr txBox="1"/>
              <p:nvPr/>
            </p:nvSpPr>
            <p:spPr>
              <a:xfrm>
                <a:off x="348488" y="262620"/>
                <a:ext cx="11200384" cy="375552"/>
              </a:xfrm>
              <a:prstGeom prst="rect">
                <a:avLst/>
              </a:prstGeom>
              <a:noFill/>
            </p:spPr>
            <p:txBody>
              <a:bodyPr wrap="square" rtlCol="0">
                <a:spAutoFit/>
              </a:bodyPr>
              <a:lstStyle/>
              <a:p>
                <a:r>
                  <a:rPr lang="en-IN" b="1" dirty="0">
                    <a:latin typeface="Bahnschrift" panose="020B0502040204020203" pitchFamily="34" charset="0"/>
                  </a:rPr>
                  <a:t>Using integration, find the area of the region bounded between the line </a:t>
                </a:r>
                <a14:m>
                  <m:oMath xmlns:m="http://schemas.openxmlformats.org/officeDocument/2006/math">
                    <m:r>
                      <a:rPr lang="en-IN" b="1" i="1">
                        <a:latin typeface="Cambria Math" panose="02040503050406030204" pitchFamily="18" charset="0"/>
                      </a:rPr>
                      <m:t>𝒙</m:t>
                    </m:r>
                    <m:r>
                      <a:rPr lang="en-IN" b="1">
                        <a:latin typeface="Cambria Math" panose="02040503050406030204" pitchFamily="18" charset="0"/>
                      </a:rPr>
                      <m:t>=</m:t>
                    </m:r>
                    <m:r>
                      <a:rPr lang="en-IN" b="1" i="1">
                        <a:latin typeface="Cambria Math" panose="02040503050406030204" pitchFamily="18" charset="0"/>
                      </a:rPr>
                      <m:t>𝟒</m:t>
                    </m:r>
                  </m:oMath>
                </a14:m>
                <a:r>
                  <a:rPr lang="en-IN" b="1" dirty="0">
                    <a:latin typeface="Bahnschrift" panose="020B0502040204020203" pitchFamily="34" charset="0"/>
                  </a:rPr>
                  <a:t>and the parabola </a:t>
                </a:r>
                <a14:m>
                  <m:oMath xmlns:m="http://schemas.openxmlformats.org/officeDocument/2006/math">
                    <m:sSup>
                      <m:sSupPr>
                        <m:ctrlPr>
                          <a:rPr lang="en-IN" b="1" i="1">
                            <a:latin typeface="Cambria Math" panose="02040503050406030204" pitchFamily="18" charset="0"/>
                          </a:rPr>
                        </m:ctrlPr>
                      </m:sSupPr>
                      <m:e>
                        <m:r>
                          <a:rPr lang="en-IN" b="1" i="1">
                            <a:latin typeface="Cambria Math" panose="02040503050406030204" pitchFamily="18" charset="0"/>
                          </a:rPr>
                          <m:t>𝒚</m:t>
                        </m:r>
                      </m:e>
                      <m:sup>
                        <m:r>
                          <a:rPr lang="en-IN" b="1" i="1">
                            <a:latin typeface="Cambria Math" panose="02040503050406030204" pitchFamily="18" charset="0"/>
                          </a:rPr>
                          <m:t>𝟐</m:t>
                        </m:r>
                      </m:sup>
                    </m:sSup>
                    <m:r>
                      <a:rPr lang="en-IN" b="1">
                        <a:latin typeface="Cambria Math" panose="02040503050406030204" pitchFamily="18" charset="0"/>
                      </a:rPr>
                      <m:t>=</m:t>
                    </m:r>
                    <m:r>
                      <a:rPr lang="en-IN" b="1" i="1">
                        <a:latin typeface="Cambria Math" panose="02040503050406030204" pitchFamily="18" charset="0"/>
                      </a:rPr>
                      <m:t>𝟏𝟔</m:t>
                    </m:r>
                    <m:r>
                      <a:rPr lang="en-IN" b="1" i="1">
                        <a:latin typeface="Cambria Math" panose="02040503050406030204" pitchFamily="18" charset="0"/>
                      </a:rPr>
                      <m:t>𝒙</m:t>
                    </m:r>
                  </m:oMath>
                </a14:m>
                <a:r>
                  <a:rPr lang="en-IN" b="1" dirty="0">
                    <a:latin typeface="Bahnschrift" panose="020B0502040204020203" pitchFamily="34" charset="0"/>
                  </a:rPr>
                  <a:t>. </a:t>
                </a:r>
              </a:p>
            </p:txBody>
          </p:sp>
        </mc:Choice>
        <mc:Fallback>
          <p:sp>
            <p:nvSpPr>
              <p:cNvPr id="2" name="TextBox 1">
                <a:extLst>
                  <a:ext uri="{FF2B5EF4-FFF2-40B4-BE49-F238E27FC236}">
                    <a16:creationId xmlns:a16="http://schemas.microsoft.com/office/drawing/2014/main" id="{8CDD667D-9121-166C-9266-A0400538A609}"/>
                  </a:ext>
                </a:extLst>
              </p:cNvPr>
              <p:cNvSpPr txBox="1">
                <a:spLocks noRot="1" noChangeAspect="1" noMove="1" noResize="1" noEditPoints="1" noAdjustHandles="1" noChangeArrowheads="1" noChangeShapeType="1" noTextEdit="1"/>
              </p:cNvSpPr>
              <p:nvPr/>
            </p:nvSpPr>
            <p:spPr>
              <a:xfrm>
                <a:off x="348488" y="262620"/>
                <a:ext cx="11200384" cy="375552"/>
              </a:xfrm>
              <a:prstGeom prst="rect">
                <a:avLst/>
              </a:prstGeom>
              <a:blipFill>
                <a:blip r:embed="rId2"/>
                <a:stretch>
                  <a:fillRect l="-435" t="-4839" b="-2580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18CEA7DC-6951-E65D-AC51-A685FDE3EC9A}"/>
                  </a:ext>
                </a:extLst>
              </p:cNvPr>
              <p:cNvSpPr txBox="1"/>
              <p:nvPr/>
            </p:nvSpPr>
            <p:spPr>
              <a:xfrm>
                <a:off x="484632" y="868680"/>
                <a:ext cx="11365992" cy="7151188"/>
              </a:xfrm>
              <a:prstGeom prst="rect">
                <a:avLst/>
              </a:prstGeom>
              <a:noFill/>
            </p:spPr>
            <p:txBody>
              <a:bodyPr wrap="square" rtlCol="0">
                <a:spAutoFit/>
              </a:bodyPr>
              <a:lstStyle/>
              <a:p>
                <a:r>
                  <a:rPr lang="en-IN" b="1" dirty="0">
                    <a:latin typeface="Segoe Print" panose="02000600000000000000" pitchFamily="2" charset="0"/>
                  </a:rPr>
                  <a:t>SOLUTION</a:t>
                </a:r>
                <a:r>
                  <a:rPr lang="en-IN" dirty="0">
                    <a:latin typeface="Segoe Print" panose="02000600000000000000" pitchFamily="2" charset="0"/>
                  </a:rPr>
                  <a:t> </a:t>
                </a:r>
              </a:p>
              <a:p>
                <a:r>
                  <a:rPr lang="en-IN" dirty="0">
                    <a:latin typeface="Segoe Print" panose="02000600000000000000" pitchFamily="2" charset="0"/>
                  </a:rPr>
                  <a:t>A rough sketch of the parabola </a:t>
                </a:r>
                <a14:m>
                  <m:oMath xmlns:m="http://schemas.openxmlformats.org/officeDocument/2006/math">
                    <m:sSup>
                      <m:sSupPr>
                        <m:ctrlPr>
                          <a:rPr lang="en-IN" i="1">
                            <a:latin typeface="Cambria Math" panose="02040503050406030204" pitchFamily="18" charset="0"/>
                          </a:rPr>
                        </m:ctrlPr>
                      </m:sSupPr>
                      <m:e>
                        <m:r>
                          <a:rPr lang="en-IN" i="1">
                            <a:latin typeface="Cambria Math" panose="02040503050406030204" pitchFamily="18" charset="0"/>
                          </a:rPr>
                          <m:t>𝑦</m:t>
                        </m:r>
                      </m:e>
                      <m:sup>
                        <m:r>
                          <a:rPr lang="en-IN">
                            <a:latin typeface="Cambria Math" panose="02040503050406030204" pitchFamily="18" charset="0"/>
                          </a:rPr>
                          <m:t>2</m:t>
                        </m:r>
                      </m:sup>
                    </m:sSup>
                    <m:r>
                      <a:rPr lang="en-IN">
                        <a:latin typeface="Cambria Math" panose="02040503050406030204" pitchFamily="18" charset="0"/>
                      </a:rPr>
                      <m:t>=4</m:t>
                    </m:r>
                    <m:r>
                      <a:rPr lang="en-IN" i="1">
                        <a:latin typeface="Cambria Math" panose="02040503050406030204" pitchFamily="18" charset="0"/>
                      </a:rPr>
                      <m:t>𝑎𝑥</m:t>
                    </m:r>
                  </m:oMath>
                </a14:m>
                <a:r>
                  <a:rPr lang="en-IN" dirty="0">
                    <a:latin typeface="Segoe Print" panose="02000600000000000000" pitchFamily="2" charset="0"/>
                  </a:rPr>
                  <a:t>is shown in Fig. 20.5. Let </a:t>
                </a:r>
                <a14:m>
                  <m:oMath xmlns:m="http://schemas.openxmlformats.org/officeDocument/2006/math">
                    <m:r>
                      <a:rPr lang="en-IN" i="1">
                        <a:latin typeface="Cambria Math" panose="02040503050406030204" pitchFamily="18" charset="0"/>
                      </a:rPr>
                      <m:t>𝑆</m:t>
                    </m:r>
                    <m:d>
                      <m:dPr>
                        <m:ctrlPr>
                          <a:rPr lang="en-IN" i="1">
                            <a:latin typeface="Cambria Math" panose="02040503050406030204" pitchFamily="18" charset="0"/>
                          </a:rPr>
                        </m:ctrlPr>
                      </m:dPr>
                      <m:e>
                        <m:r>
                          <a:rPr lang="en-IN" i="1">
                            <a:latin typeface="Cambria Math" panose="02040503050406030204" pitchFamily="18" charset="0"/>
                          </a:rPr>
                          <m:t>𝑎</m:t>
                        </m:r>
                        <m:r>
                          <a:rPr lang="en-IN">
                            <a:latin typeface="Cambria Math" panose="02040503050406030204" pitchFamily="18" charset="0"/>
                          </a:rPr>
                          <m:t>,0</m:t>
                        </m:r>
                      </m:e>
                    </m:d>
                  </m:oMath>
                </a14:m>
                <a:r>
                  <a:rPr lang="en-IN" dirty="0">
                    <a:latin typeface="Segoe Print" panose="02000600000000000000" pitchFamily="2" charset="0"/>
                  </a:rPr>
                  <a:t>be the focus and </a:t>
                </a:r>
                <a14:m>
                  <m:oMath xmlns:m="http://schemas.openxmlformats.org/officeDocument/2006/math">
                    <m:r>
                      <a:rPr lang="en-IN" i="1">
                        <a:latin typeface="Cambria Math" panose="02040503050406030204" pitchFamily="18" charset="0"/>
                      </a:rPr>
                      <m:t>𝐿𝑆𝐿</m:t>
                    </m:r>
                    <m:r>
                      <a:rPr lang="en-IN">
                        <a:latin typeface="Cambria Math" panose="02040503050406030204" pitchFamily="18" charset="0"/>
                      </a:rPr>
                      <m:t>′</m:t>
                    </m:r>
                  </m:oMath>
                </a14:m>
                <a:r>
                  <a:rPr lang="en-IN" dirty="0">
                    <a:latin typeface="Segoe Print" panose="02000600000000000000" pitchFamily="2" charset="0"/>
                  </a:rPr>
                  <a:t>be the latus rectum of the parabola </a:t>
                </a:r>
                <a14:m>
                  <m:oMath xmlns:m="http://schemas.openxmlformats.org/officeDocument/2006/math">
                    <m:sSup>
                      <m:sSupPr>
                        <m:ctrlPr>
                          <a:rPr lang="en-IN" i="1">
                            <a:latin typeface="Cambria Math" panose="02040503050406030204" pitchFamily="18" charset="0"/>
                          </a:rPr>
                        </m:ctrlPr>
                      </m:sSupPr>
                      <m:e>
                        <m:r>
                          <a:rPr lang="en-IN" i="1">
                            <a:latin typeface="Cambria Math" panose="02040503050406030204" pitchFamily="18" charset="0"/>
                          </a:rPr>
                          <m:t>𝑦</m:t>
                        </m:r>
                      </m:e>
                      <m:sup>
                        <m:r>
                          <a:rPr lang="en-IN">
                            <a:latin typeface="Cambria Math" panose="02040503050406030204" pitchFamily="18" charset="0"/>
                          </a:rPr>
                          <m:t>2</m:t>
                        </m:r>
                      </m:sup>
                    </m:sSup>
                    <m:r>
                      <a:rPr lang="en-IN">
                        <a:latin typeface="Cambria Math" panose="02040503050406030204" pitchFamily="18" charset="0"/>
                      </a:rPr>
                      <m:t>=4</m:t>
                    </m:r>
                    <m:r>
                      <a:rPr lang="en-IN" i="1">
                        <a:latin typeface="Cambria Math" panose="02040503050406030204" pitchFamily="18" charset="0"/>
                      </a:rPr>
                      <m:t>𝑎𝑥</m:t>
                    </m:r>
                  </m:oMath>
                </a14:m>
                <a:r>
                  <a:rPr lang="en-IN" dirty="0">
                    <a:latin typeface="Segoe Print" panose="02000600000000000000" pitchFamily="2" charset="0"/>
                  </a:rPr>
                  <a:t>. The required area is </a:t>
                </a:r>
                <a14:m>
                  <m:oMath xmlns:m="http://schemas.openxmlformats.org/officeDocument/2006/math">
                    <m:r>
                      <a:rPr lang="en-IN" i="1">
                        <a:latin typeface="Cambria Math" panose="02040503050406030204" pitchFamily="18" charset="0"/>
                      </a:rPr>
                      <m:t>𝐿𝑂𝐿</m:t>
                    </m:r>
                    <m:r>
                      <a:rPr lang="en-IN">
                        <a:latin typeface="Cambria Math" panose="02040503050406030204" pitchFamily="18" charset="0"/>
                      </a:rPr>
                      <m:t>′</m:t>
                    </m:r>
                    <m:r>
                      <a:rPr lang="en-IN" i="1">
                        <a:latin typeface="Cambria Math" panose="02040503050406030204" pitchFamily="18" charset="0"/>
                      </a:rPr>
                      <m:t>𝐿</m:t>
                    </m:r>
                  </m:oMath>
                </a14:m>
                <a:r>
                  <a:rPr lang="en-IN" dirty="0">
                    <a:latin typeface="Segoe Print" panose="02000600000000000000" pitchFamily="2" charset="0"/>
                  </a:rPr>
                  <a:t>. Since the curve is symmetrical about </a:t>
                </a:r>
                <a14:m>
                  <m:oMath xmlns:m="http://schemas.openxmlformats.org/officeDocument/2006/math">
                    <m:r>
                      <a:rPr lang="en-IN" i="1">
                        <a:latin typeface="Cambria Math" panose="02040503050406030204" pitchFamily="18" charset="0"/>
                      </a:rPr>
                      <m:t>𝑥</m:t>
                    </m:r>
                  </m:oMath>
                </a14:m>
                <a:r>
                  <a:rPr lang="en-IN" dirty="0">
                    <a:latin typeface="Segoe Print" panose="02000600000000000000" pitchFamily="2" charset="0"/>
                  </a:rPr>
                  <a:t>-axis,</a:t>
                </a:r>
              </a:p>
              <a:p>
                <a:endParaRPr lang="en-IN" dirty="0">
                  <a:latin typeface="Segoe Print" panose="02000600000000000000" pitchFamily="2" charset="0"/>
                </a:endParaRPr>
              </a:p>
              <a:p>
                <a:pPr/>
                <a14:m>
                  <m:oMathPara xmlns:m="http://schemas.openxmlformats.org/officeDocument/2006/math">
                    <m:oMath>
                      <m:r>
                        <m:rPr>
                          <m:nor/>
                        </m:rPr>
                        <a:rPr lang="en-IN" i="0">
                          <a:latin typeface="Segoe Print" panose="02000600000000000000" pitchFamily="2" charset="0"/>
                        </a:rPr>
                        <m:t>So, required area</m:t>
                      </m:r>
                      <m:r>
                        <a:rPr lang="en-IN">
                          <a:latin typeface="Cambria Math" panose="02040503050406030204" pitchFamily="18" charset="0"/>
                        </a:rPr>
                        <m:t>=2 </m:t>
                      </m:r>
                      <m:d>
                        <m:dPr>
                          <m:ctrlPr>
                            <a:rPr lang="en-IN" i="0">
                              <a:latin typeface="Segoe Print" panose="02000600000000000000" pitchFamily="2" charset="0"/>
                            </a:rPr>
                          </m:ctrlPr>
                        </m:dPr>
                        <m:e>
                          <m:r>
                            <m:rPr>
                              <m:nor/>
                            </m:rPr>
                            <a:rPr lang="en-IN" i="0">
                              <a:latin typeface="Segoe Print" panose="02000600000000000000" pitchFamily="2" charset="0"/>
                            </a:rPr>
                            <m:t>Area </m:t>
                          </m:r>
                          <m:r>
                            <a:rPr lang="en-IN" i="1">
                              <a:latin typeface="Cambria Math" panose="02040503050406030204" pitchFamily="18" charset="0"/>
                            </a:rPr>
                            <m:t>𝐿𝑂𝑆𝐿</m:t>
                          </m:r>
                        </m:e>
                      </m:d>
                      <m:r>
                        <a:rPr lang="en-IN">
                          <a:latin typeface="Cambria Math" panose="02040503050406030204" pitchFamily="18" charset="0"/>
                        </a:rPr>
                        <m:t> </m:t>
                      </m:r>
                    </m:oMath>
                  </m:oMathPara>
                </a14:m>
                <a:endParaRPr lang="en-IN" dirty="0">
                  <a:latin typeface="Segoe Print" panose="02000600000000000000" pitchFamily="2" charset="0"/>
                </a:endParaRPr>
              </a:p>
              <a:p>
                <a:r>
                  <a:rPr lang="en-IN" dirty="0">
                    <a:latin typeface="Segoe Print" panose="02000600000000000000" pitchFamily="2" charset="0"/>
                  </a:rPr>
                  <a:t>Here, we slice the area </a:t>
                </a:r>
                <a14:m>
                  <m:oMath xmlns:m="http://schemas.openxmlformats.org/officeDocument/2006/math">
                    <m:r>
                      <a:rPr lang="en-IN" i="1">
                        <a:latin typeface="Cambria Math" panose="02040503050406030204" pitchFamily="18" charset="0"/>
                      </a:rPr>
                      <m:t>𝐿𝑂𝑆𝐿</m:t>
                    </m:r>
                  </m:oMath>
                </a14:m>
                <a:r>
                  <a:rPr lang="en-IN" dirty="0">
                    <a:latin typeface="Segoe Print" panose="02000600000000000000" pitchFamily="2" charset="0"/>
                  </a:rPr>
                  <a:t>into vertical strips. For the approximating rectangle shown in Fig. 20.5, we have: </a:t>
                </a:r>
              </a:p>
              <a:p>
                <a:pPr/>
                <a14:m>
                  <m:oMathPara xmlns:m="http://schemas.openxmlformats.org/officeDocument/2006/math">
                    <m:oMath>
                      <m:r>
                        <a:rPr lang="en-IN" i="1">
                          <a:latin typeface="Cambria Math" panose="02040503050406030204" pitchFamily="18" charset="0"/>
                        </a:rPr>
                        <m:t>𝐿𝑒𝑛𝑔𝑡ℎ</m:t>
                      </m:r>
                      <m:r>
                        <a:rPr lang="en-IN">
                          <a:latin typeface="Cambria Math" panose="02040503050406030204" pitchFamily="18" charset="0"/>
                        </a:rPr>
                        <m:t>=</m:t>
                      </m:r>
                      <m:d>
                        <m:dPr>
                          <m:begChr m:val="|"/>
                          <m:endChr m:val="|"/>
                          <m:ctrlPr>
                            <a:rPr lang="en-IN" i="1">
                              <a:latin typeface="Cambria Math" panose="02040503050406030204" pitchFamily="18" charset="0"/>
                            </a:rPr>
                          </m:ctrlPr>
                        </m:dPr>
                        <m:e>
                          <m:r>
                            <a:rPr lang="en-IN" i="1">
                              <a:latin typeface="Cambria Math" panose="02040503050406030204" pitchFamily="18" charset="0"/>
                            </a:rPr>
                            <m:t>𝑦</m:t>
                          </m:r>
                        </m:e>
                      </m:d>
                      <m:r>
                        <a:rPr lang="en-IN">
                          <a:latin typeface="Cambria Math" panose="02040503050406030204" pitchFamily="18" charset="0"/>
                        </a:rPr>
                        <m:t>, </m:t>
                      </m:r>
                      <m:r>
                        <a:rPr lang="en-IN" i="1">
                          <a:latin typeface="Cambria Math" panose="02040503050406030204" pitchFamily="18" charset="0"/>
                        </a:rPr>
                        <m:t>𝑊𝑖𝑑𝑡ℎ</m:t>
                      </m:r>
                      <m:r>
                        <a:rPr lang="en-IN">
                          <a:latin typeface="Cambria Math" panose="02040503050406030204" pitchFamily="18" charset="0"/>
                        </a:rPr>
                        <m:t>=</m:t>
                      </m:r>
                      <m:r>
                        <a:rPr lang="en-IN" i="1">
                          <a:latin typeface="Cambria Math" panose="02040503050406030204" pitchFamily="18" charset="0"/>
                        </a:rPr>
                        <m:t>𝑑𝑥</m:t>
                      </m:r>
                      <m:r>
                        <a:rPr lang="en-IN">
                          <a:latin typeface="Cambria Math" panose="02040503050406030204" pitchFamily="18" charset="0"/>
                        </a:rPr>
                        <m:t> </m:t>
                      </m:r>
                      <m:r>
                        <a:rPr lang="en-IN" i="1">
                          <a:latin typeface="Cambria Math" panose="02040503050406030204" pitchFamily="18" charset="0"/>
                        </a:rPr>
                        <m:t>𝑎𝑛𝑑𝑠𝑜</m:t>
                      </m:r>
                      <m:r>
                        <a:rPr lang="en-IN">
                          <a:latin typeface="Cambria Math" panose="02040503050406030204" pitchFamily="18" charset="0"/>
                        </a:rPr>
                        <m:t> </m:t>
                      </m:r>
                      <m:r>
                        <a:rPr lang="en-IN" i="1">
                          <a:latin typeface="Cambria Math" panose="02040503050406030204" pitchFamily="18" charset="0"/>
                        </a:rPr>
                        <m:t>𝐴𝑟𝑒𝑎</m:t>
                      </m:r>
                      <m:r>
                        <a:rPr lang="en-IN">
                          <a:latin typeface="Cambria Math" panose="02040503050406030204" pitchFamily="18" charset="0"/>
                        </a:rPr>
                        <m:t>=</m:t>
                      </m:r>
                      <m:d>
                        <m:dPr>
                          <m:begChr m:val="|"/>
                          <m:endChr m:val="|"/>
                          <m:ctrlPr>
                            <a:rPr lang="en-IN" i="1">
                              <a:latin typeface="Cambria Math" panose="02040503050406030204" pitchFamily="18" charset="0"/>
                            </a:rPr>
                          </m:ctrlPr>
                        </m:dPr>
                        <m:e>
                          <m:r>
                            <a:rPr lang="en-IN" i="1">
                              <a:latin typeface="Cambria Math" panose="02040503050406030204" pitchFamily="18" charset="0"/>
                            </a:rPr>
                            <m:t>𝑦</m:t>
                          </m:r>
                        </m:e>
                      </m:d>
                      <m:r>
                        <a:rPr lang="en-IN">
                          <a:latin typeface="Cambria Math" panose="02040503050406030204" pitchFamily="18" charset="0"/>
                        </a:rPr>
                        <m:t> </m:t>
                      </m:r>
                      <m:r>
                        <a:rPr lang="en-IN" i="1">
                          <a:latin typeface="Cambria Math" panose="02040503050406030204" pitchFamily="18" charset="0"/>
                        </a:rPr>
                        <m:t>𝑑𝑥</m:t>
                      </m:r>
                      <m:r>
                        <a:rPr lang="en-IN">
                          <a:latin typeface="Cambria Math" panose="02040503050406030204" pitchFamily="18" charset="0"/>
                        </a:rPr>
                        <m:t> </m:t>
                      </m:r>
                    </m:oMath>
                  </m:oMathPara>
                </a14:m>
                <a:endParaRPr lang="en-IN" dirty="0">
                  <a:latin typeface="Segoe Print" panose="02000600000000000000" pitchFamily="2" charset="0"/>
                </a:endParaRPr>
              </a:p>
              <a:p>
                <a:r>
                  <a:rPr lang="en-IN" dirty="0">
                    <a:latin typeface="Segoe Print" panose="02000600000000000000" pitchFamily="2" charset="0"/>
                  </a:rPr>
                  <a:t>Since the approximating rectangle can move between </a:t>
                </a:r>
                <a14:m>
                  <m:oMath xmlns:m="http://schemas.openxmlformats.org/officeDocument/2006/math">
                    <m:r>
                      <a:rPr lang="en-IN" i="1">
                        <a:latin typeface="Cambria Math" panose="02040503050406030204" pitchFamily="18" charset="0"/>
                      </a:rPr>
                      <m:t>𝑥</m:t>
                    </m:r>
                    <m:r>
                      <a:rPr lang="en-IN">
                        <a:latin typeface="Cambria Math" panose="02040503050406030204" pitchFamily="18" charset="0"/>
                      </a:rPr>
                      <m:t>=0</m:t>
                    </m:r>
                  </m:oMath>
                </a14:m>
                <a:r>
                  <a:rPr lang="en-IN" dirty="0">
                    <a:latin typeface="Segoe Print" panose="02000600000000000000" pitchFamily="2" charset="0"/>
                  </a:rPr>
                  <a:t>and </a:t>
                </a:r>
                <a14:m>
                  <m:oMath xmlns:m="http://schemas.openxmlformats.org/officeDocument/2006/math">
                    <m:r>
                      <a:rPr lang="en-IN" i="1">
                        <a:latin typeface="Cambria Math" panose="02040503050406030204" pitchFamily="18" charset="0"/>
                      </a:rPr>
                      <m:t>𝑥</m:t>
                    </m:r>
                    <m:r>
                      <a:rPr lang="en-IN">
                        <a:latin typeface="Cambria Math" panose="02040503050406030204" pitchFamily="18" charset="0"/>
                      </a:rPr>
                      <m:t>=</m:t>
                    </m:r>
                    <m:r>
                      <a:rPr lang="en-IN" i="1">
                        <a:latin typeface="Cambria Math" panose="02040503050406030204" pitchFamily="18" charset="0"/>
                      </a:rPr>
                      <m:t>𝑎</m:t>
                    </m:r>
                  </m:oMath>
                </a14:m>
                <a:r>
                  <a:rPr lang="en-IN" dirty="0">
                    <a:latin typeface="Segoe Print" panose="02000600000000000000" pitchFamily="2" charset="0"/>
                  </a:rPr>
                  <a:t>[cite: 13], the required area </a:t>
                </a:r>
                <a14:m>
                  <m:oMath xmlns:m="http://schemas.openxmlformats.org/officeDocument/2006/math">
                    <m:r>
                      <a:rPr lang="en-IN" i="1">
                        <a:latin typeface="Cambria Math" panose="02040503050406030204" pitchFamily="18" charset="0"/>
                      </a:rPr>
                      <m:t>𝐴</m:t>
                    </m:r>
                  </m:oMath>
                </a14:m>
                <a:r>
                  <a:rPr lang="en-IN" dirty="0">
                    <a:latin typeface="Segoe Print" panose="02000600000000000000" pitchFamily="2" charset="0"/>
                  </a:rPr>
                  <a:t>is given by[cite: 13]:</a:t>
                </a:r>
              </a:p>
              <a:p>
                <a:pPr/>
                <a14:m>
                  <m:oMathPara xmlns:m="http://schemas.openxmlformats.org/officeDocument/2006/math">
                    <m:oMath>
                      <m:r>
                        <a:rPr lang="en-IN" i="1">
                          <a:latin typeface="Cambria Math" panose="02040503050406030204" pitchFamily="18" charset="0"/>
                        </a:rPr>
                        <m:t>𝐴</m:t>
                      </m:r>
                      <m:r>
                        <a:rPr lang="en-IN">
                          <a:latin typeface="Cambria Math" panose="02040503050406030204" pitchFamily="18" charset="0"/>
                        </a:rPr>
                        <m:t>=2 </m:t>
                      </m:r>
                      <m:d>
                        <m:dPr>
                          <m:ctrlPr>
                            <a:rPr lang="en-IN" i="0">
                              <a:latin typeface="Segoe Print" panose="02000600000000000000" pitchFamily="2" charset="0"/>
                            </a:rPr>
                          </m:ctrlPr>
                        </m:dPr>
                        <m:e>
                          <m:r>
                            <m:rPr>
                              <m:nor/>
                            </m:rPr>
                            <a:rPr lang="en-IN" i="0">
                              <a:latin typeface="Segoe Print" panose="02000600000000000000" pitchFamily="2" charset="0"/>
                            </a:rPr>
                            <m:t>Area </m:t>
                          </m:r>
                          <m:r>
                            <a:rPr lang="en-IN" i="1">
                              <a:latin typeface="Cambria Math" panose="02040503050406030204" pitchFamily="18" charset="0"/>
                            </a:rPr>
                            <m:t>𝐿𝑂𝑆𝐿</m:t>
                          </m:r>
                        </m:e>
                      </m:d>
                      <m:r>
                        <a:rPr lang="en-IN">
                          <a:latin typeface="Cambria Math" panose="02040503050406030204" pitchFamily="18" charset="0"/>
                        </a:rPr>
                        <m:t> </m:t>
                      </m:r>
                    </m:oMath>
                  </m:oMathPara>
                </a14:m>
                <a:endParaRPr lang="en-IN" dirty="0">
                  <a:latin typeface="Segoe Print" panose="02000600000000000000" pitchFamily="2" charset="0"/>
                </a:endParaRPr>
              </a:p>
              <a:p>
                <a:pPr/>
                <a14:m>
                  <m:oMathPara xmlns:m="http://schemas.openxmlformats.org/officeDocument/2006/math">
                    <m:oMath>
                      <m:r>
                        <a:rPr lang="en-IN" i="1">
                          <a:latin typeface="Cambria Math" panose="02040503050406030204" pitchFamily="18" charset="0"/>
                        </a:rPr>
                        <m:t>𝐴</m:t>
                      </m:r>
                      <m:r>
                        <a:rPr lang="en-IN">
                          <a:latin typeface="Cambria Math" panose="02040503050406030204" pitchFamily="18" charset="0"/>
                        </a:rPr>
                        <m:t>=2</m:t>
                      </m:r>
                      <m:nary>
                        <m:naryPr>
                          <m:limLoc m:val="subSup"/>
                          <m:ctrlPr>
                            <a:rPr lang="en-IN">
                              <a:latin typeface="Cambria Math" panose="02040503050406030204" pitchFamily="18" charset="0"/>
                            </a:rPr>
                          </m:ctrlPr>
                        </m:naryPr>
                        <m:sub>
                          <m:r>
                            <a:rPr lang="en-IN">
                              <a:latin typeface="Cambria Math" panose="02040503050406030204" pitchFamily="18" charset="0"/>
                            </a:rPr>
                            <m:t>0</m:t>
                          </m:r>
                        </m:sub>
                        <m:sup>
                          <m:r>
                            <a:rPr lang="en-IN" i="1">
                              <a:latin typeface="Cambria Math" panose="02040503050406030204" pitchFamily="18" charset="0"/>
                            </a:rPr>
                            <m:t>𝑎</m:t>
                          </m:r>
                        </m:sup>
                        <m:e>
                          <m:r>
                            <a:rPr lang="en-IN">
                              <a:latin typeface="Cambria Math" panose="02040503050406030204" pitchFamily="18" charset="0"/>
                            </a:rPr>
                            <m:t>|</m:t>
                          </m:r>
                        </m:e>
                      </m:nary>
                      <m:r>
                        <a:rPr lang="en-IN" i="1">
                          <a:latin typeface="Cambria Math" panose="02040503050406030204" pitchFamily="18" charset="0"/>
                        </a:rPr>
                        <m:t>𝑦</m:t>
                      </m:r>
                      <m:r>
                        <a:rPr lang="en-IN">
                          <a:latin typeface="Cambria Math" panose="02040503050406030204" pitchFamily="18" charset="0"/>
                        </a:rPr>
                        <m:t>| </m:t>
                      </m:r>
                      <m:r>
                        <a:rPr lang="en-IN" i="1">
                          <a:latin typeface="Cambria Math" panose="02040503050406030204" pitchFamily="18" charset="0"/>
                        </a:rPr>
                        <m:t>𝑑𝑥</m:t>
                      </m:r>
                    </m:oMath>
                  </m:oMathPara>
                </a14:m>
                <a:endParaRPr lang="en-IN" dirty="0">
                  <a:latin typeface="Segoe Print" panose="02000600000000000000" pitchFamily="2" charset="0"/>
                </a:endParaRPr>
              </a:p>
              <a:p>
                <a:pPr/>
                <a14:m>
                  <m:oMathPara xmlns:m="http://schemas.openxmlformats.org/officeDocument/2006/math">
                    <m:oMath>
                      <m:r>
                        <a:rPr lang="en-IN">
                          <a:latin typeface="Cambria Math" panose="02040503050406030204" pitchFamily="18" charset="0"/>
                        </a:rPr>
                        <m:t>⇒</m:t>
                      </m:r>
                      <m:r>
                        <a:rPr lang="en-IN" i="1">
                          <a:latin typeface="Cambria Math" panose="02040503050406030204" pitchFamily="18" charset="0"/>
                        </a:rPr>
                        <m:t>𝐴</m:t>
                      </m:r>
                      <m:r>
                        <a:rPr lang="en-IN">
                          <a:latin typeface="Cambria Math" panose="02040503050406030204" pitchFamily="18" charset="0"/>
                        </a:rPr>
                        <m:t>=2</m:t>
                      </m:r>
                      <m:nary>
                        <m:naryPr>
                          <m:limLoc m:val="subSup"/>
                          <m:ctrlPr>
                            <a:rPr lang="en-IN">
                              <a:latin typeface="Cambria Math" panose="02040503050406030204" pitchFamily="18" charset="0"/>
                            </a:rPr>
                          </m:ctrlPr>
                        </m:naryPr>
                        <m:sub>
                          <m:r>
                            <a:rPr lang="en-IN">
                              <a:latin typeface="Cambria Math" panose="02040503050406030204" pitchFamily="18" charset="0"/>
                            </a:rPr>
                            <m:t>0</m:t>
                          </m:r>
                        </m:sub>
                        <m:sup>
                          <m:r>
                            <a:rPr lang="en-IN" i="1">
                              <a:latin typeface="Cambria Math" panose="02040503050406030204" pitchFamily="18" charset="0"/>
                            </a:rPr>
                            <m:t>𝑎</m:t>
                          </m:r>
                        </m:sup>
                        <m:e>
                          <m:r>
                            <a:rPr lang="en-IN" i="1">
                              <a:latin typeface="Cambria Math" panose="02040503050406030204" pitchFamily="18" charset="0"/>
                            </a:rPr>
                            <m:t>𝑦</m:t>
                          </m:r>
                        </m:e>
                      </m:nary>
                      <m:r>
                        <a:rPr lang="en-IN">
                          <a:latin typeface="Cambria Math" panose="02040503050406030204" pitchFamily="18" charset="0"/>
                        </a:rPr>
                        <m:t> </m:t>
                      </m:r>
                      <m:r>
                        <a:rPr lang="en-IN" i="1">
                          <a:latin typeface="Cambria Math" panose="02040503050406030204" pitchFamily="18" charset="0"/>
                        </a:rPr>
                        <m:t>𝑑𝑥</m:t>
                      </m:r>
                      <m:r>
                        <a:rPr lang="en-IN">
                          <a:latin typeface="Cambria Math" panose="02040503050406030204" pitchFamily="18" charset="0"/>
                        </a:rPr>
                        <m:t> </m:t>
                      </m:r>
                      <m:d>
                        <m:dPr>
                          <m:begChr m:val="["/>
                          <m:endChr m:val="]"/>
                          <m:ctrlPr>
                            <a:rPr lang="en-IN">
                              <a:latin typeface="Cambria Math" panose="02040503050406030204" pitchFamily="18" charset="0"/>
                            </a:rPr>
                          </m:ctrlPr>
                        </m:dPr>
                        <m:e>
                          <m:r>
                            <a:rPr lang="en-IN">
                              <a:latin typeface="Cambria Math" panose="02040503050406030204" pitchFamily="18" charset="0"/>
                            </a:rPr>
                            <m:t>∵</m:t>
                          </m:r>
                          <m:r>
                            <a:rPr lang="en-IN" i="1">
                              <a:latin typeface="Cambria Math" panose="02040503050406030204" pitchFamily="18" charset="0"/>
                            </a:rPr>
                            <m:t>𝑦</m:t>
                          </m:r>
                          <m:r>
                            <a:rPr lang="en-IN">
                              <a:latin typeface="Cambria Math" panose="02040503050406030204" pitchFamily="18" charset="0"/>
                            </a:rPr>
                            <m:t>≥0∴|</m:t>
                          </m:r>
                          <m:r>
                            <a:rPr lang="en-IN" i="1">
                              <a:latin typeface="Cambria Math" panose="02040503050406030204" pitchFamily="18" charset="0"/>
                            </a:rPr>
                            <m:t>𝑦</m:t>
                          </m:r>
                          <m:r>
                            <a:rPr lang="en-IN">
                              <a:latin typeface="Cambria Math" panose="02040503050406030204" pitchFamily="18" charset="0"/>
                            </a:rPr>
                            <m:t>|=</m:t>
                          </m:r>
                          <m:r>
                            <a:rPr lang="en-IN" i="1">
                              <a:latin typeface="Cambria Math" panose="02040503050406030204" pitchFamily="18" charset="0"/>
                            </a:rPr>
                            <m:t>𝑦</m:t>
                          </m:r>
                        </m:e>
                      </m:d>
                    </m:oMath>
                  </m:oMathPara>
                </a14:m>
                <a:endParaRPr lang="en-IN" dirty="0">
                  <a:latin typeface="Segoe Print" panose="02000600000000000000" pitchFamily="2" charset="0"/>
                </a:endParaRPr>
              </a:p>
              <a:p>
                <a:pPr/>
                <a14:m>
                  <m:oMathPara xmlns:m="http://schemas.openxmlformats.org/officeDocument/2006/math">
                    <m:oMath>
                      <m:r>
                        <a:rPr lang="en-IN">
                          <a:latin typeface="Cambria Math" panose="02040503050406030204" pitchFamily="18" charset="0"/>
                        </a:rPr>
                        <m:t>⇒</m:t>
                      </m:r>
                      <m:r>
                        <a:rPr lang="en-IN" i="1">
                          <a:latin typeface="Cambria Math" panose="02040503050406030204" pitchFamily="18" charset="0"/>
                        </a:rPr>
                        <m:t>𝐴</m:t>
                      </m:r>
                      <m:r>
                        <a:rPr lang="en-IN">
                          <a:latin typeface="Cambria Math" panose="02040503050406030204" pitchFamily="18" charset="0"/>
                        </a:rPr>
                        <m:t>=2</m:t>
                      </m:r>
                      <m:nary>
                        <m:naryPr>
                          <m:limLoc m:val="subSup"/>
                          <m:ctrlPr>
                            <a:rPr lang="en-IN">
                              <a:latin typeface="Cambria Math" panose="02040503050406030204" pitchFamily="18" charset="0"/>
                            </a:rPr>
                          </m:ctrlPr>
                        </m:naryPr>
                        <m:sub>
                          <m:r>
                            <a:rPr lang="en-IN">
                              <a:latin typeface="Cambria Math" panose="02040503050406030204" pitchFamily="18" charset="0"/>
                            </a:rPr>
                            <m:t>0</m:t>
                          </m:r>
                        </m:sub>
                        <m:sup>
                          <m:r>
                            <a:rPr lang="en-IN" i="1">
                              <a:latin typeface="Cambria Math" panose="02040503050406030204" pitchFamily="18" charset="0"/>
                            </a:rPr>
                            <m:t>𝑎</m:t>
                          </m:r>
                        </m:sup>
                        <m:e>
                          <m:rad>
                            <m:radPr>
                              <m:degHide m:val="on"/>
                              <m:ctrlPr>
                                <a:rPr lang="en-IN" i="1">
                                  <a:latin typeface="Cambria Math" panose="02040503050406030204" pitchFamily="18" charset="0"/>
                                </a:rPr>
                              </m:ctrlPr>
                            </m:radPr>
                            <m:deg/>
                            <m:e>
                              <m:r>
                                <a:rPr lang="en-IN">
                                  <a:latin typeface="Cambria Math" panose="02040503050406030204" pitchFamily="18" charset="0"/>
                                </a:rPr>
                                <m:t>4</m:t>
                              </m:r>
                              <m:r>
                                <a:rPr lang="en-IN" i="1">
                                  <a:latin typeface="Cambria Math" panose="02040503050406030204" pitchFamily="18" charset="0"/>
                                </a:rPr>
                                <m:t>𝑎𝑥</m:t>
                              </m:r>
                            </m:e>
                          </m:rad>
                        </m:e>
                      </m:nary>
                      <m:r>
                        <a:rPr lang="en-IN">
                          <a:latin typeface="Cambria Math" panose="02040503050406030204" pitchFamily="18" charset="0"/>
                        </a:rPr>
                        <m:t> </m:t>
                      </m:r>
                      <m:r>
                        <a:rPr lang="en-IN" i="1">
                          <a:latin typeface="Cambria Math" panose="02040503050406030204" pitchFamily="18" charset="0"/>
                        </a:rPr>
                        <m:t>𝑑𝑥</m:t>
                      </m:r>
                      <m:r>
                        <a:rPr lang="en-IN">
                          <a:latin typeface="Cambria Math" panose="02040503050406030204" pitchFamily="18" charset="0"/>
                        </a:rPr>
                        <m:t> </m:t>
                      </m:r>
                      <m:d>
                        <m:dPr>
                          <m:begChr m:val="["/>
                          <m:endChr m:val="]"/>
                          <m:ctrlPr>
                            <a:rPr lang="en-IN">
                              <a:latin typeface="Cambria Math" panose="02040503050406030204" pitchFamily="18" charset="0"/>
                            </a:rPr>
                          </m:ctrlPr>
                        </m:dPr>
                        <m:e>
                          <m:r>
                            <a:rPr lang="en-IN">
                              <a:latin typeface="Cambria Math" panose="02040503050406030204" pitchFamily="18" charset="0"/>
                            </a:rPr>
                            <m:t>∵</m:t>
                          </m:r>
                          <m:r>
                            <a:rPr lang="en-IN" i="1">
                              <a:latin typeface="Cambria Math" panose="02040503050406030204" pitchFamily="18" charset="0"/>
                            </a:rPr>
                            <m:t>𝑃</m:t>
                          </m:r>
                          <m:d>
                            <m:dPr>
                              <m:ctrlPr>
                                <a:rPr lang="en-IN" i="1">
                                  <a:latin typeface="Cambria Math" panose="02040503050406030204" pitchFamily="18" charset="0"/>
                                </a:rPr>
                              </m:ctrlPr>
                            </m:dPr>
                            <m:e>
                              <m:r>
                                <a:rPr lang="en-IN" i="1">
                                  <a:latin typeface="Cambria Math" panose="02040503050406030204" pitchFamily="18" charset="0"/>
                                </a:rPr>
                                <m:t>𝑥</m:t>
                              </m:r>
                              <m:r>
                                <a:rPr lang="en-IN">
                                  <a:latin typeface="Cambria Math" panose="02040503050406030204" pitchFamily="18" charset="0"/>
                                </a:rPr>
                                <m:t>,</m:t>
                              </m:r>
                              <m:r>
                                <a:rPr lang="en-IN" i="1">
                                  <a:latin typeface="Cambria Math" panose="02040503050406030204" pitchFamily="18" charset="0"/>
                                </a:rPr>
                                <m:t>𝑦</m:t>
                              </m:r>
                            </m:e>
                          </m:d>
                          <m:r>
                            <m:rPr>
                              <m:nor/>
                            </m:rPr>
                            <a:rPr lang="en-IN" i="0">
                              <a:latin typeface="Segoe Print" panose="02000600000000000000" pitchFamily="2" charset="0"/>
                            </a:rPr>
                            <m:t> lies on </m:t>
                          </m:r>
                          <m:sSup>
                            <m:sSupPr>
                              <m:ctrlPr>
                                <a:rPr lang="en-IN" i="1">
                                  <a:latin typeface="Cambria Math" panose="02040503050406030204" pitchFamily="18" charset="0"/>
                                </a:rPr>
                              </m:ctrlPr>
                            </m:sSupPr>
                            <m:e>
                              <m:r>
                                <a:rPr lang="en-IN" i="1">
                                  <a:latin typeface="Cambria Math" panose="02040503050406030204" pitchFamily="18" charset="0"/>
                                </a:rPr>
                                <m:t>𝑦</m:t>
                              </m:r>
                            </m:e>
                            <m:sup>
                              <m:r>
                                <a:rPr lang="en-IN">
                                  <a:latin typeface="Cambria Math" panose="02040503050406030204" pitchFamily="18" charset="0"/>
                                </a:rPr>
                                <m:t>2</m:t>
                              </m:r>
                            </m:sup>
                          </m:sSup>
                          <m:r>
                            <a:rPr lang="en-IN">
                              <a:latin typeface="Cambria Math" panose="02040503050406030204" pitchFamily="18" charset="0"/>
                            </a:rPr>
                            <m:t>=4</m:t>
                          </m:r>
                          <m:r>
                            <a:rPr lang="en-IN" i="1">
                              <a:latin typeface="Cambria Math" panose="02040503050406030204" pitchFamily="18" charset="0"/>
                            </a:rPr>
                            <m:t>𝑎𝑥</m:t>
                          </m:r>
                          <m:r>
                            <a:rPr lang="en-IN">
                              <a:latin typeface="Cambria Math" panose="02040503050406030204" pitchFamily="18" charset="0"/>
                            </a:rPr>
                            <m:t>∴</m:t>
                          </m:r>
                          <m:r>
                            <a:rPr lang="en-IN" i="1">
                              <a:latin typeface="Cambria Math" panose="02040503050406030204" pitchFamily="18" charset="0"/>
                            </a:rPr>
                            <m:t>𝑦</m:t>
                          </m:r>
                          <m:r>
                            <a:rPr lang="en-IN">
                              <a:latin typeface="Cambria Math" panose="02040503050406030204" pitchFamily="18" charset="0"/>
                            </a:rPr>
                            <m:t>=</m:t>
                          </m:r>
                          <m:rad>
                            <m:radPr>
                              <m:degHide m:val="on"/>
                              <m:ctrlPr>
                                <a:rPr lang="en-IN" i="1">
                                  <a:latin typeface="Cambria Math" panose="02040503050406030204" pitchFamily="18" charset="0"/>
                                </a:rPr>
                              </m:ctrlPr>
                            </m:radPr>
                            <m:deg/>
                            <m:e>
                              <m:r>
                                <a:rPr lang="en-IN">
                                  <a:latin typeface="Cambria Math" panose="02040503050406030204" pitchFamily="18" charset="0"/>
                                </a:rPr>
                                <m:t>4</m:t>
                              </m:r>
                              <m:r>
                                <a:rPr lang="en-IN" i="1">
                                  <a:latin typeface="Cambria Math" panose="02040503050406030204" pitchFamily="18" charset="0"/>
                                </a:rPr>
                                <m:t>𝑎𝑥</m:t>
                              </m:r>
                            </m:e>
                          </m:rad>
                        </m:e>
                      </m:d>
                      <m:r>
                        <a:rPr lang="en-IN">
                          <a:latin typeface="Cambria Math" panose="02040503050406030204" pitchFamily="18" charset="0"/>
                        </a:rPr>
                        <m:t> </m:t>
                      </m:r>
                    </m:oMath>
                  </m:oMathPara>
                </a14:m>
                <a:endParaRPr lang="en-IN" dirty="0">
                  <a:latin typeface="Segoe Print" panose="02000600000000000000" pitchFamily="2" charset="0"/>
                </a:endParaRPr>
              </a:p>
              <a:p>
                <a:pPr/>
                <a14:m>
                  <m:oMathPara xmlns:m="http://schemas.openxmlformats.org/officeDocument/2006/math">
                    <m:oMath>
                      <m:r>
                        <a:rPr lang="en-IN">
                          <a:latin typeface="Cambria Math" panose="02040503050406030204" pitchFamily="18" charset="0"/>
                        </a:rPr>
                        <m:t>⇒</m:t>
                      </m:r>
                      <m:r>
                        <a:rPr lang="en-IN" i="1">
                          <a:latin typeface="Cambria Math" panose="02040503050406030204" pitchFamily="18" charset="0"/>
                        </a:rPr>
                        <m:t>𝐴</m:t>
                      </m:r>
                      <m:r>
                        <a:rPr lang="en-IN">
                          <a:latin typeface="Cambria Math" panose="02040503050406030204" pitchFamily="18" charset="0"/>
                        </a:rPr>
                        <m:t>=4</m:t>
                      </m:r>
                      <m:rad>
                        <m:radPr>
                          <m:degHide m:val="on"/>
                          <m:ctrlPr>
                            <a:rPr lang="en-IN" i="1">
                              <a:latin typeface="Cambria Math" panose="02040503050406030204" pitchFamily="18" charset="0"/>
                            </a:rPr>
                          </m:ctrlPr>
                        </m:radPr>
                        <m:deg/>
                        <m:e>
                          <m:r>
                            <a:rPr lang="en-IN" i="1">
                              <a:latin typeface="Cambria Math" panose="02040503050406030204" pitchFamily="18" charset="0"/>
                            </a:rPr>
                            <m:t>𝑎</m:t>
                          </m:r>
                        </m:e>
                      </m:rad>
                      <m:nary>
                        <m:naryPr>
                          <m:limLoc m:val="subSup"/>
                          <m:ctrlPr>
                            <a:rPr lang="en-IN">
                              <a:latin typeface="Cambria Math" panose="02040503050406030204" pitchFamily="18" charset="0"/>
                            </a:rPr>
                          </m:ctrlPr>
                        </m:naryPr>
                        <m:sub>
                          <m:r>
                            <a:rPr lang="en-IN">
                              <a:latin typeface="Cambria Math" panose="02040503050406030204" pitchFamily="18" charset="0"/>
                            </a:rPr>
                            <m:t>0</m:t>
                          </m:r>
                        </m:sub>
                        <m:sup>
                          <m:r>
                            <a:rPr lang="en-IN" i="1">
                              <a:latin typeface="Cambria Math" panose="02040503050406030204" pitchFamily="18" charset="0"/>
                            </a:rPr>
                            <m:t>𝑎</m:t>
                          </m:r>
                        </m:sup>
                        <m:e>
                          <m:rad>
                            <m:radPr>
                              <m:degHide m:val="on"/>
                              <m:ctrlPr>
                                <a:rPr lang="en-IN" i="1">
                                  <a:latin typeface="Cambria Math" panose="02040503050406030204" pitchFamily="18" charset="0"/>
                                </a:rPr>
                              </m:ctrlPr>
                            </m:radPr>
                            <m:deg/>
                            <m:e>
                              <m:r>
                                <a:rPr lang="en-IN" i="1">
                                  <a:latin typeface="Cambria Math" panose="02040503050406030204" pitchFamily="18" charset="0"/>
                                </a:rPr>
                                <m:t>𝑥</m:t>
                              </m:r>
                            </m:e>
                          </m:rad>
                        </m:e>
                      </m:nary>
                      <m:r>
                        <a:rPr lang="en-IN">
                          <a:latin typeface="Cambria Math" panose="02040503050406030204" pitchFamily="18" charset="0"/>
                        </a:rPr>
                        <m:t> </m:t>
                      </m:r>
                      <m:r>
                        <a:rPr lang="en-IN" i="1">
                          <a:latin typeface="Cambria Math" panose="02040503050406030204" pitchFamily="18" charset="0"/>
                        </a:rPr>
                        <m:t>𝑑𝑥</m:t>
                      </m:r>
                      <m:r>
                        <a:rPr lang="en-IN">
                          <a:latin typeface="Cambria Math" panose="02040503050406030204" pitchFamily="18" charset="0"/>
                        </a:rPr>
                        <m:t>=4</m:t>
                      </m:r>
                      <m:rad>
                        <m:radPr>
                          <m:degHide m:val="on"/>
                          <m:ctrlPr>
                            <a:rPr lang="en-IN" i="1">
                              <a:latin typeface="Cambria Math" panose="02040503050406030204" pitchFamily="18" charset="0"/>
                            </a:rPr>
                          </m:ctrlPr>
                        </m:radPr>
                        <m:deg/>
                        <m:e>
                          <m:r>
                            <a:rPr lang="en-IN" i="1">
                              <a:latin typeface="Cambria Math" panose="02040503050406030204" pitchFamily="18" charset="0"/>
                            </a:rPr>
                            <m:t>𝑎</m:t>
                          </m:r>
                        </m:e>
                      </m:rad>
                      <m:sSubSup>
                        <m:sSubSupPr>
                          <m:ctrlPr>
                            <a:rPr lang="en-IN" i="1">
                              <a:latin typeface="Cambria Math" panose="02040503050406030204" pitchFamily="18" charset="0"/>
                            </a:rPr>
                          </m:ctrlPr>
                        </m:sSubSupPr>
                        <m:e>
                          <m:d>
                            <m:dPr>
                              <m:begChr m:val="["/>
                              <m:endChr m:val="]"/>
                              <m:ctrlPr>
                                <a:rPr lang="en-IN" i="1">
                                  <a:latin typeface="Cambria Math" panose="02040503050406030204" pitchFamily="18" charset="0"/>
                                </a:rPr>
                              </m:ctrlPr>
                            </m:dPr>
                            <m:e>
                              <m:f>
                                <m:fPr>
                                  <m:ctrlPr>
                                    <a:rPr lang="en-IN" i="1">
                                      <a:latin typeface="Cambria Math" panose="02040503050406030204" pitchFamily="18" charset="0"/>
                                    </a:rPr>
                                  </m:ctrlPr>
                                </m:fPr>
                                <m:num>
                                  <m:sSup>
                                    <m:sSupPr>
                                      <m:ctrlPr>
                                        <a:rPr lang="en-IN" i="1">
                                          <a:latin typeface="Cambria Math" panose="02040503050406030204" pitchFamily="18" charset="0"/>
                                        </a:rPr>
                                      </m:ctrlPr>
                                    </m:sSupPr>
                                    <m:e>
                                      <m:r>
                                        <a:rPr lang="en-IN" i="1">
                                          <a:latin typeface="Cambria Math" panose="02040503050406030204" pitchFamily="18" charset="0"/>
                                        </a:rPr>
                                        <m:t>𝑥</m:t>
                                      </m:r>
                                    </m:e>
                                    <m:sup>
                                      <m:r>
                                        <a:rPr lang="en-IN">
                                          <a:latin typeface="Cambria Math" panose="02040503050406030204" pitchFamily="18" charset="0"/>
                                        </a:rPr>
                                        <m:t>3/2</m:t>
                                      </m:r>
                                    </m:sup>
                                  </m:sSup>
                                </m:num>
                                <m:den>
                                  <m:r>
                                    <a:rPr lang="en-IN">
                                      <a:latin typeface="Cambria Math" panose="02040503050406030204" pitchFamily="18" charset="0"/>
                                    </a:rPr>
                                    <m:t>3/2</m:t>
                                  </m:r>
                                </m:den>
                              </m:f>
                            </m:e>
                          </m:d>
                        </m:e>
                        <m:sub>
                          <m:r>
                            <a:rPr lang="en-IN">
                              <a:latin typeface="Cambria Math" panose="02040503050406030204" pitchFamily="18" charset="0"/>
                            </a:rPr>
                            <m:t>0</m:t>
                          </m:r>
                        </m:sub>
                        <m:sup>
                          <m:r>
                            <a:rPr lang="en-IN" i="1">
                              <a:latin typeface="Cambria Math" panose="02040503050406030204" pitchFamily="18" charset="0"/>
                            </a:rPr>
                            <m:t>𝑎</m:t>
                          </m:r>
                        </m:sup>
                      </m:sSubSup>
                      <m:r>
                        <a:rPr lang="en-IN">
                          <a:latin typeface="Cambria Math" panose="02040503050406030204" pitchFamily="18" charset="0"/>
                        </a:rPr>
                        <m:t>=4</m:t>
                      </m:r>
                      <m:rad>
                        <m:radPr>
                          <m:degHide m:val="on"/>
                          <m:ctrlPr>
                            <a:rPr lang="en-IN" i="1">
                              <a:latin typeface="Cambria Math" panose="02040503050406030204" pitchFamily="18" charset="0"/>
                            </a:rPr>
                          </m:ctrlPr>
                        </m:radPr>
                        <m:deg/>
                        <m:e>
                          <m:r>
                            <a:rPr lang="en-IN" i="1">
                              <a:latin typeface="Cambria Math" panose="02040503050406030204" pitchFamily="18" charset="0"/>
                            </a:rPr>
                            <m:t>𝑎</m:t>
                          </m:r>
                        </m:e>
                      </m:rad>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2</m:t>
                          </m:r>
                        </m:num>
                        <m:den>
                          <m:r>
                            <a:rPr lang="en-IN">
                              <a:latin typeface="Cambria Math" panose="02040503050406030204" pitchFamily="18" charset="0"/>
                            </a:rPr>
                            <m:t>3</m:t>
                          </m:r>
                        </m:den>
                      </m:f>
                      <m:d>
                        <m:dPr>
                          <m:ctrlPr>
                            <a:rPr lang="en-IN" i="1">
                              <a:latin typeface="Cambria Math" panose="02040503050406030204" pitchFamily="18" charset="0"/>
                            </a:rPr>
                          </m:ctrlPr>
                        </m:dPr>
                        <m:e>
                          <m:sSup>
                            <m:sSupPr>
                              <m:ctrlPr>
                                <a:rPr lang="en-IN" i="1">
                                  <a:latin typeface="Cambria Math" panose="02040503050406030204" pitchFamily="18" charset="0"/>
                                </a:rPr>
                              </m:ctrlPr>
                            </m:sSupPr>
                            <m:e>
                              <m:r>
                                <a:rPr lang="en-IN" i="1">
                                  <a:latin typeface="Cambria Math" panose="02040503050406030204" pitchFamily="18" charset="0"/>
                                </a:rPr>
                                <m:t>𝑎</m:t>
                              </m:r>
                            </m:e>
                            <m:sup>
                              <m:r>
                                <a:rPr lang="en-IN">
                                  <a:latin typeface="Cambria Math" panose="02040503050406030204" pitchFamily="18" charset="0"/>
                                </a:rPr>
                                <m:t>3/2</m:t>
                              </m:r>
                            </m:sup>
                          </m:sSup>
                          <m:r>
                            <a:rPr lang="en-IN">
                              <a:latin typeface="Cambria Math" panose="02040503050406030204" pitchFamily="18" charset="0"/>
                            </a:rPr>
                            <m:t>−0</m:t>
                          </m:r>
                        </m:e>
                      </m:d>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8</m:t>
                          </m:r>
                        </m:num>
                        <m:den>
                          <m:r>
                            <a:rPr lang="en-IN">
                              <a:latin typeface="Cambria Math" panose="02040503050406030204" pitchFamily="18" charset="0"/>
                            </a:rPr>
                            <m:t>3</m:t>
                          </m:r>
                        </m:den>
                      </m:f>
                      <m:sSup>
                        <m:sSupPr>
                          <m:ctrlPr>
                            <a:rPr lang="en-IN" i="1">
                              <a:latin typeface="Cambria Math" panose="02040503050406030204" pitchFamily="18" charset="0"/>
                            </a:rPr>
                          </m:ctrlPr>
                        </m:sSupPr>
                        <m:e>
                          <m:r>
                            <a:rPr lang="en-IN" i="1">
                              <a:latin typeface="Cambria Math" panose="02040503050406030204" pitchFamily="18" charset="0"/>
                            </a:rPr>
                            <m:t>𝑎</m:t>
                          </m:r>
                        </m:e>
                        <m:sup>
                          <m:r>
                            <a:rPr lang="en-IN">
                              <a:latin typeface="Cambria Math" panose="02040503050406030204" pitchFamily="18" charset="0"/>
                            </a:rPr>
                            <m:t>2</m:t>
                          </m:r>
                        </m:sup>
                      </m:sSup>
                      <m:r>
                        <m:rPr>
                          <m:nor/>
                        </m:rPr>
                        <a:rPr lang="en-IN" i="0">
                          <a:latin typeface="Segoe Print" panose="02000600000000000000" pitchFamily="2" charset="0"/>
                        </a:rPr>
                        <m:t> sq. units</m:t>
                      </m:r>
                    </m:oMath>
                  </m:oMathPara>
                </a14:m>
                <a:endParaRPr lang="en-IN" dirty="0">
                  <a:latin typeface="Segoe Print" panose="02000600000000000000" pitchFamily="2" charset="0"/>
                </a:endParaRPr>
              </a:p>
              <a:p>
                <a:endParaRPr lang="en-IN" dirty="0">
                  <a:latin typeface="Segoe Print" panose="02000600000000000000" pitchFamily="2" charset="0"/>
                </a:endParaRPr>
              </a:p>
              <a:p>
                <a:endParaRPr lang="en-IN" dirty="0">
                  <a:latin typeface="Segoe Print" panose="02000600000000000000" pitchFamily="2" charset="0"/>
                </a:endParaRPr>
              </a:p>
              <a:p>
                <a:endParaRPr lang="en-IN" dirty="0">
                  <a:latin typeface="Segoe Print" panose="02000600000000000000" pitchFamily="2" charset="0"/>
                </a:endParaRPr>
              </a:p>
              <a:p>
                <a:endParaRPr lang="en-IN" dirty="0">
                  <a:latin typeface="Segoe Print" panose="02000600000000000000" pitchFamily="2" charset="0"/>
                </a:endParaRPr>
              </a:p>
            </p:txBody>
          </p:sp>
        </mc:Choice>
        <mc:Fallback xmlns="">
          <p:sp>
            <p:nvSpPr>
              <p:cNvPr id="3" name="TextBox 2">
                <a:extLst>
                  <a:ext uri="{FF2B5EF4-FFF2-40B4-BE49-F238E27FC236}">
                    <a16:creationId xmlns:a16="http://schemas.microsoft.com/office/drawing/2014/main" id="{18CEA7DC-6951-E65D-AC51-A685FDE3EC9A}"/>
                  </a:ext>
                </a:extLst>
              </p:cNvPr>
              <p:cNvSpPr txBox="1">
                <a:spLocks noRot="1" noChangeAspect="1" noMove="1" noResize="1" noEditPoints="1" noAdjustHandles="1" noChangeArrowheads="1" noChangeShapeType="1" noTextEdit="1"/>
              </p:cNvSpPr>
              <p:nvPr/>
            </p:nvSpPr>
            <p:spPr>
              <a:xfrm>
                <a:off x="484632" y="868680"/>
                <a:ext cx="11365992" cy="7151188"/>
              </a:xfrm>
              <a:prstGeom prst="rect">
                <a:avLst/>
              </a:prstGeom>
              <a:blipFill>
                <a:blip r:embed="rId3"/>
                <a:stretch>
                  <a:fillRect l="-483" t="-512"/>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282D8C27-7C64-4BAA-DA34-7CB681611B05}"/>
              </a:ext>
            </a:extLst>
          </p:cNvPr>
          <p:cNvPicPr>
            <a:picLocks noChangeAspect="1"/>
          </p:cNvPicPr>
          <p:nvPr/>
        </p:nvPicPr>
        <p:blipFill>
          <a:blip r:embed="rId4">
            <a:extLst>
              <a:ext uri="{28A0092B-C50C-407E-A947-70E740481C1C}">
                <a14:useLocalDpi xmlns:a14="http://schemas.microsoft.com/office/drawing/2010/main" val="0"/>
              </a:ext>
            </a:extLst>
          </a:blip>
          <a:srcRect l="28238" t="38430" r="38370" b="32831"/>
          <a:stretch>
            <a:fillRect/>
          </a:stretch>
        </p:blipFill>
        <p:spPr>
          <a:xfrm>
            <a:off x="9471319" y="3794760"/>
            <a:ext cx="2273474" cy="239572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2687739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865C78-A968-F99F-FDBC-4C375A3D26E8}"/>
              </a:ext>
            </a:extLst>
          </p:cNvPr>
          <p:cNvSpPr txBox="1"/>
          <p:nvPr/>
        </p:nvSpPr>
        <p:spPr>
          <a:xfrm>
            <a:off x="348488" y="262620"/>
            <a:ext cx="10259568" cy="369332"/>
          </a:xfrm>
          <a:prstGeom prst="rect">
            <a:avLst/>
          </a:prstGeom>
          <a:noFill/>
        </p:spPr>
        <p:txBody>
          <a:bodyPr wrap="square" rtlCol="0">
            <a:spAutoFit/>
          </a:bodyPr>
          <a:lstStyle/>
          <a:p>
            <a:r>
              <a:rPr lang="en-IN" b="1" dirty="0">
                <a:latin typeface="Bahnschrift" panose="020B0502040204020203" pitchFamily="34" charset="0"/>
              </a:rPr>
              <a:t>Find the area bounded by the parabola y² = 4ax and its latus rectum. </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7186F2C-4CCC-5985-43A4-9FAC240EE755}"/>
                  </a:ext>
                </a:extLst>
              </p:cNvPr>
              <p:cNvSpPr txBox="1"/>
              <p:nvPr/>
            </p:nvSpPr>
            <p:spPr>
              <a:xfrm>
                <a:off x="484632" y="868680"/>
                <a:ext cx="11365992" cy="4245458"/>
              </a:xfrm>
              <a:prstGeom prst="rect">
                <a:avLst/>
              </a:prstGeom>
              <a:noFill/>
            </p:spPr>
            <p:txBody>
              <a:bodyPr wrap="square" rtlCol="0">
                <a:spAutoFit/>
              </a:bodyPr>
              <a:lstStyle/>
              <a:p>
                <a:r>
                  <a:rPr lang="en-IN" b="1" dirty="0"/>
                  <a:t>SOLUTION</a:t>
                </a:r>
                <a:endParaRPr lang="en-IN" dirty="0"/>
              </a:p>
              <a:p>
                <a:r>
                  <a:rPr lang="en-IN" dirty="0"/>
                  <a:t>The equation </a:t>
                </a:r>
                <a14:m>
                  <m:oMath xmlns:m="http://schemas.openxmlformats.org/officeDocument/2006/math">
                    <m:sSup>
                      <m:sSupPr>
                        <m:ctrlPr>
                          <a:rPr lang="en-IN" i="1">
                            <a:latin typeface="Cambria Math" panose="02040503050406030204" pitchFamily="18" charset="0"/>
                          </a:rPr>
                        </m:ctrlPr>
                      </m:sSupPr>
                      <m:e>
                        <m:r>
                          <a:rPr lang="en-IN" i="1">
                            <a:latin typeface="Cambria Math" panose="02040503050406030204" pitchFamily="18" charset="0"/>
                          </a:rPr>
                          <m:t>𝑦</m:t>
                        </m:r>
                      </m:e>
                      <m:sup>
                        <m:r>
                          <a:rPr lang="en-IN">
                            <a:latin typeface="Cambria Math" panose="02040503050406030204" pitchFamily="18" charset="0"/>
                          </a:rPr>
                          <m:t>2</m:t>
                        </m:r>
                      </m:sup>
                    </m:sSup>
                    <m:r>
                      <a:rPr lang="en-IN">
                        <a:latin typeface="Cambria Math" panose="02040503050406030204" pitchFamily="18" charset="0"/>
                      </a:rPr>
                      <m:t>=16</m:t>
                    </m:r>
                    <m:r>
                      <a:rPr lang="en-IN" i="1">
                        <a:latin typeface="Cambria Math" panose="02040503050406030204" pitchFamily="18" charset="0"/>
                      </a:rPr>
                      <m:t>𝑥</m:t>
                    </m:r>
                  </m:oMath>
                </a14:m>
                <a:r>
                  <a:rPr lang="en-IN" dirty="0"/>
                  <a:t>represents a parabola with vertex at the origin and axis of symmetry along the positive direction of </a:t>
                </a:r>
                <a14:m>
                  <m:oMath xmlns:m="http://schemas.openxmlformats.org/officeDocument/2006/math">
                    <m:r>
                      <a:rPr lang="en-IN" i="1">
                        <a:latin typeface="Cambria Math" panose="02040503050406030204" pitchFamily="18" charset="0"/>
                      </a:rPr>
                      <m:t>𝑥</m:t>
                    </m:r>
                  </m:oMath>
                </a14:m>
                <a:r>
                  <a:rPr lang="en-IN" dirty="0"/>
                  <a:t>-axis as shown in Fig. 20.6. Clearly, </a:t>
                </a:r>
                <a14:m>
                  <m:oMath xmlns:m="http://schemas.openxmlformats.org/officeDocument/2006/math">
                    <m:r>
                      <a:rPr lang="en-IN" i="1">
                        <a:latin typeface="Cambria Math" panose="02040503050406030204" pitchFamily="18" charset="0"/>
                      </a:rPr>
                      <m:t>𝑥</m:t>
                    </m:r>
                    <m:r>
                      <a:rPr lang="en-IN">
                        <a:latin typeface="Cambria Math" panose="02040503050406030204" pitchFamily="18" charset="0"/>
                      </a:rPr>
                      <m:t>=4</m:t>
                    </m:r>
                  </m:oMath>
                </a14:m>
                <a:r>
                  <a:rPr lang="en-IN" dirty="0"/>
                  <a:t>is a line parallel to </a:t>
                </a:r>
                <a14:m>
                  <m:oMath xmlns:m="http://schemas.openxmlformats.org/officeDocument/2006/math">
                    <m:r>
                      <a:rPr lang="en-IN" i="1">
                        <a:latin typeface="Cambria Math" panose="02040503050406030204" pitchFamily="18" charset="0"/>
                      </a:rPr>
                      <m:t>𝑦</m:t>
                    </m:r>
                  </m:oMath>
                </a14:m>
                <a:r>
                  <a:rPr lang="en-IN" dirty="0"/>
                  <a:t>-axis. The region is the shaded portion shown in Fig. 20.6. Since </a:t>
                </a:r>
                <a14:m>
                  <m:oMath xmlns:m="http://schemas.openxmlformats.org/officeDocument/2006/math">
                    <m:sSup>
                      <m:sSupPr>
                        <m:ctrlPr>
                          <a:rPr lang="en-IN" i="1">
                            <a:latin typeface="Cambria Math" panose="02040503050406030204" pitchFamily="18" charset="0"/>
                          </a:rPr>
                        </m:ctrlPr>
                      </m:sSupPr>
                      <m:e>
                        <m:r>
                          <a:rPr lang="en-IN" i="1">
                            <a:latin typeface="Cambria Math" panose="02040503050406030204" pitchFamily="18" charset="0"/>
                          </a:rPr>
                          <m:t>𝑦</m:t>
                        </m:r>
                      </m:e>
                      <m:sup>
                        <m:r>
                          <a:rPr lang="en-IN">
                            <a:latin typeface="Cambria Math" panose="02040503050406030204" pitchFamily="18" charset="0"/>
                          </a:rPr>
                          <m:t>2</m:t>
                        </m:r>
                      </m:sup>
                    </m:sSup>
                    <m:r>
                      <a:rPr lang="en-IN">
                        <a:latin typeface="Cambria Math" panose="02040503050406030204" pitchFamily="18" charset="0"/>
                      </a:rPr>
                      <m:t>=16</m:t>
                    </m:r>
                    <m:r>
                      <a:rPr lang="en-IN" i="1">
                        <a:latin typeface="Cambria Math" panose="02040503050406030204" pitchFamily="18" charset="0"/>
                      </a:rPr>
                      <m:t>𝑥</m:t>
                    </m:r>
                  </m:oMath>
                </a14:m>
                <a:r>
                  <a:rPr lang="en-IN" dirty="0"/>
                  <a:t>is symmetrical about </a:t>
                </a:r>
                <a14:m>
                  <m:oMath xmlns:m="http://schemas.openxmlformats.org/officeDocument/2006/math">
                    <m:r>
                      <a:rPr lang="en-IN" i="1">
                        <a:latin typeface="Cambria Math" panose="02040503050406030204" pitchFamily="18" charset="0"/>
                      </a:rPr>
                      <m:t>𝑥</m:t>
                    </m:r>
                  </m:oMath>
                </a14:m>
                <a:r>
                  <a:rPr lang="en-IN" dirty="0"/>
                  <a:t>-axis: </a:t>
                </a:r>
              </a:p>
              <a:p>
                <a:pPr/>
                <a14:m>
                  <m:oMathPara xmlns:m="http://schemas.openxmlformats.org/officeDocument/2006/math">
                    <m:oMath>
                      <m:r>
                        <a:rPr lang="en-IN">
                          <a:latin typeface="Cambria Math" panose="02040503050406030204" pitchFamily="18" charset="0"/>
                        </a:rPr>
                        <m:t>∴</m:t>
                      </m:r>
                      <m:r>
                        <m:rPr>
                          <m:nor/>
                        </m:rPr>
                        <a:rPr lang="en-IN" i="0"/>
                        <m:t>Required area</m:t>
                      </m:r>
                      <m:r>
                        <a:rPr lang="en-IN">
                          <a:latin typeface="Cambria Math" panose="02040503050406030204" pitchFamily="18" charset="0"/>
                        </a:rPr>
                        <m:t>=2 </m:t>
                      </m:r>
                      <m:d>
                        <m:dPr>
                          <m:ctrlPr>
                            <a:rPr lang="en-IN" i="0"/>
                          </m:ctrlPr>
                        </m:dPr>
                        <m:e>
                          <m:r>
                            <m:rPr>
                              <m:nor/>
                            </m:rPr>
                            <a:rPr lang="en-IN" i="0"/>
                            <m:t>Area </m:t>
                          </m:r>
                          <m:r>
                            <a:rPr lang="en-IN" i="1">
                              <a:latin typeface="Cambria Math" panose="02040503050406030204" pitchFamily="18" charset="0"/>
                            </a:rPr>
                            <m:t>𝑂𝐶𝐴𝑂</m:t>
                          </m:r>
                        </m:e>
                      </m:d>
                      <m:r>
                        <a:rPr lang="en-IN">
                          <a:latin typeface="Cambria Math" panose="02040503050406030204" pitchFamily="18" charset="0"/>
                        </a:rPr>
                        <m:t> </m:t>
                      </m:r>
                    </m:oMath>
                  </m:oMathPara>
                </a14:m>
                <a:endParaRPr lang="en-IN" dirty="0"/>
              </a:p>
              <a:p>
                <a:r>
                  <a:rPr lang="en-IN" dirty="0"/>
                  <a:t>Here, we slice the area above </a:t>
                </a:r>
                <a14:m>
                  <m:oMath xmlns:m="http://schemas.openxmlformats.org/officeDocument/2006/math">
                    <m:r>
                      <a:rPr lang="en-IN" i="1">
                        <a:latin typeface="Cambria Math" panose="02040503050406030204" pitchFamily="18" charset="0"/>
                      </a:rPr>
                      <m:t>𝑥</m:t>
                    </m:r>
                  </m:oMath>
                </a14:m>
                <a:r>
                  <a:rPr lang="en-IN" dirty="0"/>
                  <a:t>-axis into vertical strips. For the approximating rectangle shown in Fig. 20.6, we have: </a:t>
                </a:r>
              </a:p>
              <a:p>
                <a:pPr/>
                <a14:m>
                  <m:oMathPara xmlns:m="http://schemas.openxmlformats.org/officeDocument/2006/math">
                    <m:oMath>
                      <m:r>
                        <a:rPr lang="en-IN" i="1" smtClean="0">
                          <a:latin typeface="Cambria Math" panose="02040503050406030204" pitchFamily="18" charset="0"/>
                        </a:rPr>
                        <m:t>𝐿𝑒𝑛𝑔𝑡ℎ</m:t>
                      </m:r>
                      <m:r>
                        <a:rPr lang="en-IN" i="0">
                          <a:latin typeface="Cambria Math" panose="02040503050406030204" pitchFamily="18" charset="0"/>
                        </a:rPr>
                        <m:t>=</m:t>
                      </m:r>
                      <m:d>
                        <m:dPr>
                          <m:begChr m:val="|"/>
                          <m:endChr m:val="|"/>
                          <m:ctrlPr>
                            <a:rPr lang="en-IN" i="1">
                              <a:latin typeface="Cambria Math" panose="02040503050406030204" pitchFamily="18" charset="0"/>
                            </a:rPr>
                          </m:ctrlPr>
                        </m:dPr>
                        <m:e>
                          <m:r>
                            <a:rPr lang="en-IN" i="1">
                              <a:latin typeface="Cambria Math" panose="02040503050406030204" pitchFamily="18" charset="0"/>
                            </a:rPr>
                            <m:t>𝑦</m:t>
                          </m:r>
                        </m:e>
                      </m:d>
                      <m:r>
                        <a:rPr lang="en-IN" i="0">
                          <a:latin typeface="Cambria Math" panose="02040503050406030204" pitchFamily="18" charset="0"/>
                        </a:rPr>
                        <m:t>, </m:t>
                      </m:r>
                      <m:r>
                        <a:rPr lang="en-IN" i="1">
                          <a:latin typeface="Cambria Math" panose="02040503050406030204" pitchFamily="18" charset="0"/>
                        </a:rPr>
                        <m:t>𝑊𝑖𝑑𝑡ℎ</m:t>
                      </m:r>
                      <m:r>
                        <a:rPr lang="en-IN" i="0">
                          <a:latin typeface="Cambria Math" panose="02040503050406030204" pitchFamily="18" charset="0"/>
                        </a:rPr>
                        <m:t>=</m:t>
                      </m:r>
                      <m:r>
                        <a:rPr lang="en-IN" i="1">
                          <a:latin typeface="Cambria Math" panose="02040503050406030204" pitchFamily="18" charset="0"/>
                        </a:rPr>
                        <m:t>𝑑𝑥</m:t>
                      </m:r>
                      <m:r>
                        <a:rPr lang="en-IN" i="0">
                          <a:latin typeface="Cambria Math" panose="02040503050406030204" pitchFamily="18" charset="0"/>
                        </a:rPr>
                        <m:t> </m:t>
                      </m:r>
                      <m:r>
                        <a:rPr lang="en-IN" i="1">
                          <a:latin typeface="Cambria Math" panose="02040503050406030204" pitchFamily="18" charset="0"/>
                        </a:rPr>
                        <m:t>𝑎𝑛𝑑</m:t>
                      </m:r>
                      <m:r>
                        <a:rPr lang="en-IN" i="0">
                          <a:latin typeface="Cambria Math" panose="02040503050406030204" pitchFamily="18" charset="0"/>
                        </a:rPr>
                        <m:t> </m:t>
                      </m:r>
                      <m:r>
                        <a:rPr lang="en-IN" i="1">
                          <a:latin typeface="Cambria Math" panose="02040503050406030204" pitchFamily="18" charset="0"/>
                        </a:rPr>
                        <m:t>𝐴𝑟𝑒𝑎</m:t>
                      </m:r>
                      <m:r>
                        <a:rPr lang="en-IN" i="0">
                          <a:latin typeface="Cambria Math" panose="02040503050406030204" pitchFamily="18" charset="0"/>
                        </a:rPr>
                        <m:t>=</m:t>
                      </m:r>
                      <m:d>
                        <m:dPr>
                          <m:begChr m:val="|"/>
                          <m:endChr m:val="|"/>
                          <m:ctrlPr>
                            <a:rPr lang="en-IN" i="1">
                              <a:latin typeface="Cambria Math" panose="02040503050406030204" pitchFamily="18" charset="0"/>
                            </a:rPr>
                          </m:ctrlPr>
                        </m:dPr>
                        <m:e>
                          <m:r>
                            <a:rPr lang="en-IN" i="1">
                              <a:latin typeface="Cambria Math" panose="02040503050406030204" pitchFamily="18" charset="0"/>
                            </a:rPr>
                            <m:t>𝑦</m:t>
                          </m:r>
                        </m:e>
                      </m:d>
                      <m:r>
                        <a:rPr lang="en-IN" i="0">
                          <a:latin typeface="Cambria Math" panose="02040503050406030204" pitchFamily="18" charset="0"/>
                        </a:rPr>
                        <m:t> </m:t>
                      </m:r>
                      <m:r>
                        <a:rPr lang="en-IN" i="1">
                          <a:latin typeface="Cambria Math" panose="02040503050406030204" pitchFamily="18" charset="0"/>
                        </a:rPr>
                        <m:t>𝑑𝑥</m:t>
                      </m:r>
                      <m:r>
                        <a:rPr lang="en-IN" i="0">
                          <a:latin typeface="Cambria Math" panose="02040503050406030204" pitchFamily="18" charset="0"/>
                        </a:rPr>
                        <m:t> </m:t>
                      </m:r>
                    </m:oMath>
                  </m:oMathPara>
                </a14:m>
                <a:endParaRPr lang="en-IN" b="0" dirty="0"/>
              </a:p>
              <a:p>
                <a:r>
                  <a:rPr lang="en-IN" dirty="0"/>
                  <a:t>The approximating rectangle can move between </a:t>
                </a:r>
                <a14:m>
                  <m:oMath xmlns:m="http://schemas.openxmlformats.org/officeDocument/2006/math">
                    <m:r>
                      <a:rPr lang="en-IN" i="1">
                        <a:latin typeface="Cambria Math" panose="02040503050406030204" pitchFamily="18" charset="0"/>
                      </a:rPr>
                      <m:t>𝑥</m:t>
                    </m:r>
                    <m:r>
                      <a:rPr lang="en-IN">
                        <a:latin typeface="Cambria Math" panose="02040503050406030204" pitchFamily="18" charset="0"/>
                      </a:rPr>
                      <m:t>=0</m:t>
                    </m:r>
                  </m:oMath>
                </a14:m>
                <a:r>
                  <a:rPr lang="en-IN" dirty="0"/>
                  <a:t>and </a:t>
                </a:r>
                <a14:m>
                  <m:oMath xmlns:m="http://schemas.openxmlformats.org/officeDocument/2006/math">
                    <m:r>
                      <a:rPr lang="en-IN" i="1">
                        <a:latin typeface="Cambria Math" panose="02040503050406030204" pitchFamily="18" charset="0"/>
                      </a:rPr>
                      <m:t>𝑥</m:t>
                    </m:r>
                    <m:r>
                      <a:rPr lang="en-IN">
                        <a:latin typeface="Cambria Math" panose="02040503050406030204" pitchFamily="18" charset="0"/>
                      </a:rPr>
                      <m:t>=4</m:t>
                    </m:r>
                  </m:oMath>
                </a14:m>
                <a:r>
                  <a:rPr lang="en-IN" dirty="0"/>
                  <a:t>[cite: 14]. So, required area </a:t>
                </a:r>
                <a14:m>
                  <m:oMath xmlns:m="http://schemas.openxmlformats.org/officeDocument/2006/math">
                    <m:r>
                      <a:rPr lang="en-IN" i="1">
                        <a:latin typeface="Cambria Math" panose="02040503050406030204" pitchFamily="18" charset="0"/>
                      </a:rPr>
                      <m:t>𝐴</m:t>
                    </m:r>
                  </m:oMath>
                </a14:m>
                <a:r>
                  <a:rPr lang="en-IN" dirty="0"/>
                  <a:t>is given by[cite: 14]:</a:t>
                </a:r>
              </a:p>
              <a:p>
                <a:pPr/>
                <a14:m>
                  <m:oMathPara xmlns:m="http://schemas.openxmlformats.org/officeDocument/2006/math">
                    <m:oMath>
                      <m:r>
                        <a:rPr lang="en-IN" i="1">
                          <a:latin typeface="Cambria Math" panose="02040503050406030204" pitchFamily="18" charset="0"/>
                        </a:rPr>
                        <m:t>𝐴</m:t>
                      </m:r>
                      <m:r>
                        <a:rPr lang="en-IN">
                          <a:latin typeface="Cambria Math" panose="02040503050406030204" pitchFamily="18" charset="0"/>
                        </a:rPr>
                        <m:t>=2 </m:t>
                      </m:r>
                      <m:d>
                        <m:dPr>
                          <m:ctrlPr>
                            <a:rPr lang="en-IN" i="0"/>
                          </m:ctrlPr>
                        </m:dPr>
                        <m:e>
                          <m:r>
                            <m:rPr>
                              <m:nor/>
                            </m:rPr>
                            <a:rPr lang="en-IN" i="0"/>
                            <m:t>Area </m:t>
                          </m:r>
                          <m:r>
                            <a:rPr lang="en-IN" i="1">
                              <a:latin typeface="Cambria Math" panose="02040503050406030204" pitchFamily="18" charset="0"/>
                            </a:rPr>
                            <m:t>𝑂𝐶𝐴𝑂</m:t>
                          </m:r>
                        </m:e>
                      </m:d>
                      <m:r>
                        <a:rPr lang="en-IN">
                          <a:latin typeface="Cambria Math" panose="02040503050406030204" pitchFamily="18" charset="0"/>
                        </a:rPr>
                        <m:t> ⇒</m:t>
                      </m:r>
                      <m:r>
                        <a:rPr lang="en-IN" i="1">
                          <a:latin typeface="Cambria Math" panose="02040503050406030204" pitchFamily="18" charset="0"/>
                        </a:rPr>
                        <m:t>𝐴</m:t>
                      </m:r>
                      <m:r>
                        <a:rPr lang="en-IN">
                          <a:latin typeface="Cambria Math" panose="02040503050406030204" pitchFamily="18" charset="0"/>
                        </a:rPr>
                        <m:t>=2</m:t>
                      </m:r>
                      <m:nary>
                        <m:naryPr>
                          <m:limLoc m:val="subSup"/>
                          <m:ctrlPr>
                            <a:rPr lang="en-IN">
                              <a:latin typeface="Cambria Math" panose="02040503050406030204" pitchFamily="18" charset="0"/>
                            </a:rPr>
                          </m:ctrlPr>
                        </m:naryPr>
                        <m:sub>
                          <m:r>
                            <a:rPr lang="en-IN">
                              <a:latin typeface="Cambria Math" panose="02040503050406030204" pitchFamily="18" charset="0"/>
                            </a:rPr>
                            <m:t>0</m:t>
                          </m:r>
                        </m:sub>
                        <m:sup>
                          <m:r>
                            <a:rPr lang="en-IN">
                              <a:latin typeface="Cambria Math" panose="02040503050406030204" pitchFamily="18" charset="0"/>
                            </a:rPr>
                            <m:t>4</m:t>
                          </m:r>
                        </m:sup>
                        <m:e>
                          <m:r>
                            <a:rPr lang="en-IN">
                              <a:latin typeface="Cambria Math" panose="02040503050406030204" pitchFamily="18" charset="0"/>
                            </a:rPr>
                            <m:t>|</m:t>
                          </m:r>
                        </m:e>
                      </m:nary>
                      <m:r>
                        <a:rPr lang="en-IN" i="1">
                          <a:latin typeface="Cambria Math" panose="02040503050406030204" pitchFamily="18" charset="0"/>
                        </a:rPr>
                        <m:t>𝑦</m:t>
                      </m:r>
                      <m:r>
                        <a:rPr lang="en-IN">
                          <a:latin typeface="Cambria Math" panose="02040503050406030204" pitchFamily="18" charset="0"/>
                        </a:rPr>
                        <m:t>| </m:t>
                      </m:r>
                      <m:r>
                        <a:rPr lang="en-IN" i="1">
                          <a:latin typeface="Cambria Math" panose="02040503050406030204" pitchFamily="18" charset="0"/>
                        </a:rPr>
                        <m:t>𝑑𝑥</m:t>
                      </m:r>
                      <m:r>
                        <a:rPr lang="en-IN">
                          <a:latin typeface="Cambria Math" panose="02040503050406030204" pitchFamily="18" charset="0"/>
                        </a:rPr>
                        <m:t>=2</m:t>
                      </m:r>
                      <m:nary>
                        <m:naryPr>
                          <m:limLoc m:val="subSup"/>
                          <m:ctrlPr>
                            <a:rPr lang="en-IN">
                              <a:latin typeface="Cambria Math" panose="02040503050406030204" pitchFamily="18" charset="0"/>
                            </a:rPr>
                          </m:ctrlPr>
                        </m:naryPr>
                        <m:sub>
                          <m:r>
                            <a:rPr lang="en-IN">
                              <a:latin typeface="Cambria Math" panose="02040503050406030204" pitchFamily="18" charset="0"/>
                            </a:rPr>
                            <m:t>0</m:t>
                          </m:r>
                        </m:sub>
                        <m:sup>
                          <m:r>
                            <a:rPr lang="en-IN">
                              <a:latin typeface="Cambria Math" panose="02040503050406030204" pitchFamily="18" charset="0"/>
                            </a:rPr>
                            <m:t>4</m:t>
                          </m:r>
                        </m:sup>
                        <m:e>
                          <m:r>
                            <a:rPr lang="en-IN" i="1">
                              <a:latin typeface="Cambria Math" panose="02040503050406030204" pitchFamily="18" charset="0"/>
                            </a:rPr>
                            <m:t>𝑦</m:t>
                          </m:r>
                        </m:e>
                      </m:nary>
                      <m:r>
                        <a:rPr lang="en-IN">
                          <a:latin typeface="Cambria Math" panose="02040503050406030204" pitchFamily="18" charset="0"/>
                        </a:rPr>
                        <m:t> </m:t>
                      </m:r>
                      <m:r>
                        <a:rPr lang="en-IN" i="1">
                          <a:latin typeface="Cambria Math" panose="02040503050406030204" pitchFamily="18" charset="0"/>
                        </a:rPr>
                        <m:t>𝑑𝑥</m:t>
                      </m:r>
                      <m:r>
                        <a:rPr lang="en-IN">
                          <a:latin typeface="Cambria Math" panose="02040503050406030204" pitchFamily="18" charset="0"/>
                        </a:rPr>
                        <m:t> </m:t>
                      </m:r>
                      <m:d>
                        <m:dPr>
                          <m:begChr m:val="["/>
                          <m:endChr m:val="]"/>
                          <m:ctrlPr>
                            <a:rPr lang="en-IN">
                              <a:latin typeface="Cambria Math" panose="02040503050406030204" pitchFamily="18" charset="0"/>
                            </a:rPr>
                          </m:ctrlPr>
                        </m:dPr>
                        <m:e>
                          <m:r>
                            <a:rPr lang="en-IN">
                              <a:latin typeface="Cambria Math" panose="02040503050406030204" pitchFamily="18" charset="0"/>
                            </a:rPr>
                            <m:t>∵</m:t>
                          </m:r>
                          <m:r>
                            <a:rPr lang="en-IN" i="1">
                              <a:latin typeface="Cambria Math" panose="02040503050406030204" pitchFamily="18" charset="0"/>
                            </a:rPr>
                            <m:t>𝑦</m:t>
                          </m:r>
                          <m:r>
                            <a:rPr lang="en-IN">
                              <a:latin typeface="Cambria Math" panose="02040503050406030204" pitchFamily="18" charset="0"/>
                            </a:rPr>
                            <m:t>≥0∴|</m:t>
                          </m:r>
                          <m:r>
                            <a:rPr lang="en-IN" i="1">
                              <a:latin typeface="Cambria Math" panose="02040503050406030204" pitchFamily="18" charset="0"/>
                            </a:rPr>
                            <m:t>𝑦</m:t>
                          </m:r>
                          <m:r>
                            <a:rPr lang="en-IN">
                              <a:latin typeface="Cambria Math" panose="02040503050406030204" pitchFamily="18" charset="0"/>
                            </a:rPr>
                            <m:t>|=</m:t>
                          </m:r>
                          <m:r>
                            <a:rPr lang="en-IN" i="1">
                              <a:latin typeface="Cambria Math" panose="02040503050406030204" pitchFamily="18" charset="0"/>
                            </a:rPr>
                            <m:t>𝑦</m:t>
                          </m:r>
                        </m:e>
                      </m:d>
                      <m:r>
                        <a:rPr lang="en-IN">
                          <a:latin typeface="Cambria Math" panose="02040503050406030204" pitchFamily="18" charset="0"/>
                        </a:rPr>
                        <m:t> </m:t>
                      </m:r>
                    </m:oMath>
                  </m:oMathPara>
                </a14:m>
                <a:endParaRPr lang="en-IN" dirty="0"/>
              </a:p>
              <a:p>
                <a:pPr/>
                <a14:m>
                  <m:oMathPara xmlns:m="http://schemas.openxmlformats.org/officeDocument/2006/math">
                    <m:oMath>
                      <m:r>
                        <a:rPr lang="en-IN">
                          <a:latin typeface="Cambria Math" panose="02040503050406030204" pitchFamily="18" charset="0"/>
                        </a:rPr>
                        <m:t>⇒</m:t>
                      </m:r>
                      <m:r>
                        <a:rPr lang="en-IN" i="1">
                          <a:latin typeface="Cambria Math" panose="02040503050406030204" pitchFamily="18" charset="0"/>
                        </a:rPr>
                        <m:t>𝐴</m:t>
                      </m:r>
                      <m:r>
                        <a:rPr lang="en-IN">
                          <a:latin typeface="Cambria Math" panose="02040503050406030204" pitchFamily="18" charset="0"/>
                        </a:rPr>
                        <m:t>=2</m:t>
                      </m:r>
                      <m:nary>
                        <m:naryPr>
                          <m:limLoc m:val="subSup"/>
                          <m:ctrlPr>
                            <a:rPr lang="en-IN">
                              <a:latin typeface="Cambria Math" panose="02040503050406030204" pitchFamily="18" charset="0"/>
                            </a:rPr>
                          </m:ctrlPr>
                        </m:naryPr>
                        <m:sub>
                          <m:r>
                            <a:rPr lang="en-IN">
                              <a:latin typeface="Cambria Math" panose="02040503050406030204" pitchFamily="18" charset="0"/>
                            </a:rPr>
                            <m:t>0</m:t>
                          </m:r>
                        </m:sub>
                        <m:sup>
                          <m:r>
                            <a:rPr lang="en-IN">
                              <a:latin typeface="Cambria Math" panose="02040503050406030204" pitchFamily="18" charset="0"/>
                            </a:rPr>
                            <m:t>4</m:t>
                          </m:r>
                        </m:sup>
                        <m:e>
                          <m:rad>
                            <m:radPr>
                              <m:degHide m:val="on"/>
                              <m:ctrlPr>
                                <a:rPr lang="en-IN" i="1">
                                  <a:latin typeface="Cambria Math" panose="02040503050406030204" pitchFamily="18" charset="0"/>
                                </a:rPr>
                              </m:ctrlPr>
                            </m:radPr>
                            <m:deg/>
                            <m:e>
                              <m:r>
                                <a:rPr lang="en-IN">
                                  <a:latin typeface="Cambria Math" panose="02040503050406030204" pitchFamily="18" charset="0"/>
                                </a:rPr>
                                <m:t>16</m:t>
                              </m:r>
                              <m:r>
                                <a:rPr lang="en-IN" i="1">
                                  <a:latin typeface="Cambria Math" panose="02040503050406030204" pitchFamily="18" charset="0"/>
                                </a:rPr>
                                <m:t>𝑥</m:t>
                              </m:r>
                            </m:e>
                          </m:rad>
                        </m:e>
                      </m:nary>
                      <m:r>
                        <a:rPr lang="en-IN">
                          <a:latin typeface="Cambria Math" panose="02040503050406030204" pitchFamily="18" charset="0"/>
                        </a:rPr>
                        <m:t> </m:t>
                      </m:r>
                      <m:r>
                        <a:rPr lang="en-IN" i="1">
                          <a:latin typeface="Cambria Math" panose="02040503050406030204" pitchFamily="18" charset="0"/>
                        </a:rPr>
                        <m:t>𝑑𝑥</m:t>
                      </m:r>
                      <m:r>
                        <a:rPr lang="en-IN">
                          <a:latin typeface="Cambria Math" panose="02040503050406030204" pitchFamily="18" charset="0"/>
                        </a:rPr>
                        <m:t> </m:t>
                      </m:r>
                      <m:d>
                        <m:dPr>
                          <m:begChr m:val="["/>
                          <m:endChr m:val="]"/>
                          <m:ctrlPr>
                            <a:rPr lang="en-IN">
                              <a:latin typeface="Cambria Math" panose="02040503050406030204" pitchFamily="18" charset="0"/>
                            </a:rPr>
                          </m:ctrlPr>
                        </m:dPr>
                        <m:e>
                          <m:r>
                            <a:rPr lang="en-IN">
                              <a:latin typeface="Cambria Math" panose="02040503050406030204" pitchFamily="18" charset="0"/>
                            </a:rPr>
                            <m:t>∵</m:t>
                          </m:r>
                          <m:r>
                            <a:rPr lang="en-IN" i="1">
                              <a:latin typeface="Cambria Math" panose="02040503050406030204" pitchFamily="18" charset="0"/>
                            </a:rPr>
                            <m:t>𝑃</m:t>
                          </m:r>
                          <m:d>
                            <m:dPr>
                              <m:ctrlPr>
                                <a:rPr lang="en-IN" i="1">
                                  <a:latin typeface="Cambria Math" panose="02040503050406030204" pitchFamily="18" charset="0"/>
                                </a:rPr>
                              </m:ctrlPr>
                            </m:dPr>
                            <m:e>
                              <m:r>
                                <a:rPr lang="en-IN" i="1">
                                  <a:latin typeface="Cambria Math" panose="02040503050406030204" pitchFamily="18" charset="0"/>
                                </a:rPr>
                                <m:t>𝑥</m:t>
                              </m:r>
                              <m:r>
                                <a:rPr lang="en-IN">
                                  <a:latin typeface="Cambria Math" panose="02040503050406030204" pitchFamily="18" charset="0"/>
                                </a:rPr>
                                <m:t>,</m:t>
                              </m:r>
                              <m:r>
                                <a:rPr lang="en-IN" i="1">
                                  <a:latin typeface="Cambria Math" panose="02040503050406030204" pitchFamily="18" charset="0"/>
                                </a:rPr>
                                <m:t>𝑦</m:t>
                              </m:r>
                            </m:e>
                          </m:d>
                          <m:r>
                            <m:rPr>
                              <m:nor/>
                            </m:rPr>
                            <a:rPr lang="en-IN" i="0"/>
                            <m:t> lies on </m:t>
                          </m:r>
                          <m:sSup>
                            <m:sSupPr>
                              <m:ctrlPr>
                                <a:rPr lang="en-IN" i="1">
                                  <a:latin typeface="Cambria Math" panose="02040503050406030204" pitchFamily="18" charset="0"/>
                                </a:rPr>
                              </m:ctrlPr>
                            </m:sSupPr>
                            <m:e>
                              <m:r>
                                <a:rPr lang="en-IN" i="1">
                                  <a:latin typeface="Cambria Math" panose="02040503050406030204" pitchFamily="18" charset="0"/>
                                </a:rPr>
                                <m:t>𝑦</m:t>
                              </m:r>
                            </m:e>
                            <m:sup>
                              <m:r>
                                <a:rPr lang="en-IN">
                                  <a:latin typeface="Cambria Math" panose="02040503050406030204" pitchFamily="18" charset="0"/>
                                </a:rPr>
                                <m:t>2</m:t>
                              </m:r>
                            </m:sup>
                          </m:sSup>
                          <m:r>
                            <a:rPr lang="en-IN">
                              <a:latin typeface="Cambria Math" panose="02040503050406030204" pitchFamily="18" charset="0"/>
                            </a:rPr>
                            <m:t>=16</m:t>
                          </m:r>
                          <m:r>
                            <a:rPr lang="en-IN" i="1">
                              <a:latin typeface="Cambria Math" panose="02040503050406030204" pitchFamily="18" charset="0"/>
                            </a:rPr>
                            <m:t>𝑥</m:t>
                          </m:r>
                          <m:r>
                            <a:rPr lang="en-IN">
                              <a:latin typeface="Cambria Math" panose="02040503050406030204" pitchFamily="18" charset="0"/>
                            </a:rPr>
                            <m:t>∴</m:t>
                          </m:r>
                          <m:r>
                            <a:rPr lang="en-IN" i="1">
                              <a:latin typeface="Cambria Math" panose="02040503050406030204" pitchFamily="18" charset="0"/>
                            </a:rPr>
                            <m:t>𝑦</m:t>
                          </m:r>
                          <m:r>
                            <a:rPr lang="en-IN">
                              <a:latin typeface="Cambria Math" panose="02040503050406030204" pitchFamily="18" charset="0"/>
                            </a:rPr>
                            <m:t>=</m:t>
                          </m:r>
                          <m:rad>
                            <m:radPr>
                              <m:degHide m:val="on"/>
                              <m:ctrlPr>
                                <a:rPr lang="en-IN" i="1">
                                  <a:latin typeface="Cambria Math" panose="02040503050406030204" pitchFamily="18" charset="0"/>
                                </a:rPr>
                              </m:ctrlPr>
                            </m:radPr>
                            <m:deg/>
                            <m:e>
                              <m:r>
                                <a:rPr lang="en-IN">
                                  <a:latin typeface="Cambria Math" panose="02040503050406030204" pitchFamily="18" charset="0"/>
                                </a:rPr>
                                <m:t>16</m:t>
                              </m:r>
                              <m:r>
                                <a:rPr lang="en-IN" i="1">
                                  <a:latin typeface="Cambria Math" panose="02040503050406030204" pitchFamily="18" charset="0"/>
                                </a:rPr>
                                <m:t>𝑥</m:t>
                              </m:r>
                            </m:e>
                          </m:rad>
                        </m:e>
                      </m:d>
                      <m:r>
                        <a:rPr lang="en-IN">
                          <a:latin typeface="Cambria Math" panose="02040503050406030204" pitchFamily="18" charset="0"/>
                        </a:rPr>
                        <m:t> ⇒</m:t>
                      </m:r>
                      <m:r>
                        <a:rPr lang="en-IN" i="1">
                          <a:latin typeface="Cambria Math" panose="02040503050406030204" pitchFamily="18" charset="0"/>
                        </a:rPr>
                        <m:t>𝐴</m:t>
                      </m:r>
                      <m:r>
                        <a:rPr lang="en-IN">
                          <a:latin typeface="Cambria Math" panose="02040503050406030204" pitchFamily="18" charset="0"/>
                        </a:rPr>
                        <m:t>=8</m:t>
                      </m:r>
                      <m:nary>
                        <m:naryPr>
                          <m:limLoc m:val="subSup"/>
                          <m:ctrlPr>
                            <a:rPr lang="en-IN">
                              <a:latin typeface="Cambria Math" panose="02040503050406030204" pitchFamily="18" charset="0"/>
                            </a:rPr>
                          </m:ctrlPr>
                        </m:naryPr>
                        <m:sub>
                          <m:r>
                            <a:rPr lang="en-IN">
                              <a:latin typeface="Cambria Math" panose="02040503050406030204" pitchFamily="18" charset="0"/>
                            </a:rPr>
                            <m:t>0</m:t>
                          </m:r>
                        </m:sub>
                        <m:sup>
                          <m:r>
                            <a:rPr lang="en-IN">
                              <a:latin typeface="Cambria Math" panose="02040503050406030204" pitchFamily="18" charset="0"/>
                            </a:rPr>
                            <m:t>4</m:t>
                          </m:r>
                        </m:sup>
                        <m:e>
                          <m:rad>
                            <m:radPr>
                              <m:degHide m:val="on"/>
                              <m:ctrlPr>
                                <a:rPr lang="en-IN" i="1">
                                  <a:latin typeface="Cambria Math" panose="02040503050406030204" pitchFamily="18" charset="0"/>
                                </a:rPr>
                              </m:ctrlPr>
                            </m:radPr>
                            <m:deg/>
                            <m:e>
                              <m:r>
                                <a:rPr lang="en-IN" i="1">
                                  <a:latin typeface="Cambria Math" panose="02040503050406030204" pitchFamily="18" charset="0"/>
                                </a:rPr>
                                <m:t>𝑥</m:t>
                              </m:r>
                            </m:e>
                          </m:rad>
                        </m:e>
                      </m:nary>
                      <m:r>
                        <a:rPr lang="en-IN">
                          <a:latin typeface="Cambria Math" panose="02040503050406030204" pitchFamily="18" charset="0"/>
                        </a:rPr>
                        <m:t> </m:t>
                      </m:r>
                      <m:r>
                        <a:rPr lang="en-IN" i="1">
                          <a:latin typeface="Cambria Math" panose="02040503050406030204" pitchFamily="18" charset="0"/>
                        </a:rPr>
                        <m:t>𝑑𝑥</m:t>
                      </m:r>
                      <m:r>
                        <a:rPr lang="en-IN">
                          <a:latin typeface="Cambria Math" panose="02040503050406030204" pitchFamily="18" charset="0"/>
                        </a:rPr>
                        <m:t>=8</m:t>
                      </m:r>
                      <m:sSubSup>
                        <m:sSubSupPr>
                          <m:ctrlPr>
                            <a:rPr lang="en-IN" i="1">
                              <a:latin typeface="Cambria Math" panose="02040503050406030204" pitchFamily="18" charset="0"/>
                            </a:rPr>
                          </m:ctrlPr>
                        </m:sSubSupPr>
                        <m:e>
                          <m:d>
                            <m:dPr>
                              <m:begChr m:val="["/>
                              <m:endChr m:val="]"/>
                              <m:ctrlPr>
                                <a:rPr lang="en-IN" i="1">
                                  <a:latin typeface="Cambria Math" panose="02040503050406030204" pitchFamily="18" charset="0"/>
                                </a:rPr>
                              </m:ctrlPr>
                            </m:dPr>
                            <m:e>
                              <m:f>
                                <m:fPr>
                                  <m:ctrlPr>
                                    <a:rPr lang="en-IN" i="1">
                                      <a:latin typeface="Cambria Math" panose="02040503050406030204" pitchFamily="18" charset="0"/>
                                    </a:rPr>
                                  </m:ctrlPr>
                                </m:fPr>
                                <m:num>
                                  <m:sSup>
                                    <m:sSupPr>
                                      <m:ctrlPr>
                                        <a:rPr lang="en-IN" i="1">
                                          <a:latin typeface="Cambria Math" panose="02040503050406030204" pitchFamily="18" charset="0"/>
                                        </a:rPr>
                                      </m:ctrlPr>
                                    </m:sSupPr>
                                    <m:e>
                                      <m:r>
                                        <a:rPr lang="en-IN" i="1">
                                          <a:latin typeface="Cambria Math" panose="02040503050406030204" pitchFamily="18" charset="0"/>
                                        </a:rPr>
                                        <m:t>𝑥</m:t>
                                      </m:r>
                                    </m:e>
                                    <m:sup>
                                      <m:r>
                                        <a:rPr lang="en-IN">
                                          <a:latin typeface="Cambria Math" panose="02040503050406030204" pitchFamily="18" charset="0"/>
                                        </a:rPr>
                                        <m:t>3/2</m:t>
                                      </m:r>
                                    </m:sup>
                                  </m:sSup>
                                </m:num>
                                <m:den>
                                  <m:r>
                                    <a:rPr lang="en-IN">
                                      <a:latin typeface="Cambria Math" panose="02040503050406030204" pitchFamily="18" charset="0"/>
                                    </a:rPr>
                                    <m:t>3/2</m:t>
                                  </m:r>
                                </m:den>
                              </m:f>
                            </m:e>
                          </m:d>
                        </m:e>
                        <m:sub>
                          <m:r>
                            <a:rPr lang="en-IN">
                              <a:latin typeface="Cambria Math" panose="02040503050406030204" pitchFamily="18" charset="0"/>
                            </a:rPr>
                            <m:t>0</m:t>
                          </m:r>
                        </m:sub>
                        <m:sup>
                          <m:r>
                            <a:rPr lang="en-IN">
                              <a:latin typeface="Cambria Math" panose="02040503050406030204" pitchFamily="18" charset="0"/>
                            </a:rPr>
                            <m:t>4</m:t>
                          </m:r>
                        </m:sup>
                      </m:sSubSup>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16</m:t>
                          </m:r>
                        </m:num>
                        <m:den>
                          <m:r>
                            <a:rPr lang="en-IN">
                              <a:latin typeface="Cambria Math" panose="02040503050406030204" pitchFamily="18" charset="0"/>
                            </a:rPr>
                            <m:t>3</m:t>
                          </m:r>
                        </m:den>
                      </m:f>
                      <m:d>
                        <m:dPr>
                          <m:ctrlPr>
                            <a:rPr lang="en-IN" i="1">
                              <a:latin typeface="Cambria Math" panose="02040503050406030204" pitchFamily="18" charset="0"/>
                            </a:rPr>
                          </m:ctrlPr>
                        </m:dPr>
                        <m:e>
                          <m:sSup>
                            <m:sSupPr>
                              <m:ctrlPr>
                                <a:rPr lang="en-IN">
                                  <a:latin typeface="Cambria Math" panose="02040503050406030204" pitchFamily="18" charset="0"/>
                                </a:rPr>
                              </m:ctrlPr>
                            </m:sSupPr>
                            <m:e>
                              <m:r>
                                <a:rPr lang="en-IN">
                                  <a:latin typeface="Cambria Math" panose="02040503050406030204" pitchFamily="18" charset="0"/>
                                </a:rPr>
                                <m:t>4</m:t>
                              </m:r>
                            </m:e>
                            <m:sup>
                              <m:r>
                                <a:rPr lang="en-IN">
                                  <a:latin typeface="Cambria Math" panose="02040503050406030204" pitchFamily="18" charset="0"/>
                                </a:rPr>
                                <m:t>3/2</m:t>
                              </m:r>
                            </m:sup>
                          </m:sSup>
                          <m:r>
                            <a:rPr lang="en-IN">
                              <a:latin typeface="Cambria Math" panose="02040503050406030204" pitchFamily="18" charset="0"/>
                            </a:rPr>
                            <m:t>−</m:t>
                          </m:r>
                          <m:sSup>
                            <m:sSupPr>
                              <m:ctrlPr>
                                <a:rPr lang="en-IN">
                                  <a:latin typeface="Cambria Math" panose="02040503050406030204" pitchFamily="18" charset="0"/>
                                </a:rPr>
                              </m:ctrlPr>
                            </m:sSupPr>
                            <m:e>
                              <m:r>
                                <a:rPr lang="en-IN">
                                  <a:latin typeface="Cambria Math" panose="02040503050406030204" pitchFamily="18" charset="0"/>
                                </a:rPr>
                                <m:t>0</m:t>
                              </m:r>
                            </m:e>
                            <m:sup>
                              <m:r>
                                <a:rPr lang="en-IN">
                                  <a:latin typeface="Cambria Math" panose="02040503050406030204" pitchFamily="18" charset="0"/>
                                </a:rPr>
                                <m:t>3/2</m:t>
                              </m:r>
                            </m:sup>
                          </m:sSup>
                        </m:e>
                      </m:d>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16</m:t>
                          </m:r>
                        </m:num>
                        <m:den>
                          <m:r>
                            <a:rPr lang="en-IN">
                              <a:latin typeface="Cambria Math" panose="02040503050406030204" pitchFamily="18" charset="0"/>
                            </a:rPr>
                            <m:t>3</m:t>
                          </m:r>
                        </m:den>
                      </m:f>
                      <m:r>
                        <a:rPr lang="en-IN">
                          <a:latin typeface="Cambria Math" panose="02040503050406030204" pitchFamily="18" charset="0"/>
                        </a:rPr>
                        <m:t>×8=</m:t>
                      </m:r>
                      <m:f>
                        <m:fPr>
                          <m:ctrlPr>
                            <a:rPr lang="en-IN">
                              <a:latin typeface="Cambria Math" panose="02040503050406030204" pitchFamily="18" charset="0"/>
                            </a:rPr>
                          </m:ctrlPr>
                        </m:fPr>
                        <m:num>
                          <m:r>
                            <a:rPr lang="en-IN">
                              <a:latin typeface="Cambria Math" panose="02040503050406030204" pitchFamily="18" charset="0"/>
                            </a:rPr>
                            <m:t>128</m:t>
                          </m:r>
                        </m:num>
                        <m:den>
                          <m:r>
                            <a:rPr lang="en-IN">
                              <a:latin typeface="Cambria Math" panose="02040503050406030204" pitchFamily="18" charset="0"/>
                            </a:rPr>
                            <m:t>3</m:t>
                          </m:r>
                        </m:den>
                      </m:f>
                      <m:r>
                        <m:rPr>
                          <m:nor/>
                        </m:rPr>
                        <a:rPr lang="en-IN" i="0"/>
                        <m:t> sq. units</m:t>
                      </m:r>
                      <m:r>
                        <a:rPr lang="en-IN">
                          <a:latin typeface="Cambria Math" panose="02040503050406030204" pitchFamily="18" charset="0"/>
                        </a:rPr>
                        <m:t> </m:t>
                      </m:r>
                    </m:oMath>
                  </m:oMathPara>
                </a14:m>
                <a:endParaRPr lang="en-IN" dirty="0"/>
              </a:p>
            </p:txBody>
          </p:sp>
        </mc:Choice>
        <mc:Fallback xmlns="">
          <p:sp>
            <p:nvSpPr>
              <p:cNvPr id="3" name="TextBox 2">
                <a:extLst>
                  <a:ext uri="{FF2B5EF4-FFF2-40B4-BE49-F238E27FC236}">
                    <a16:creationId xmlns:a16="http://schemas.microsoft.com/office/drawing/2014/main" id="{77186F2C-4CCC-5985-43A4-9FAC240EE755}"/>
                  </a:ext>
                </a:extLst>
              </p:cNvPr>
              <p:cNvSpPr txBox="1">
                <a:spLocks noRot="1" noChangeAspect="1" noMove="1" noResize="1" noEditPoints="1" noAdjustHandles="1" noChangeArrowheads="1" noChangeShapeType="1" noTextEdit="1"/>
              </p:cNvSpPr>
              <p:nvPr/>
            </p:nvSpPr>
            <p:spPr>
              <a:xfrm>
                <a:off x="484632" y="868680"/>
                <a:ext cx="11365992" cy="4245458"/>
              </a:xfrm>
              <a:prstGeom prst="rect">
                <a:avLst/>
              </a:prstGeom>
              <a:blipFill>
                <a:blip r:embed="rId2"/>
                <a:stretch>
                  <a:fillRect l="-483" t="-862" r="-429"/>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CB657F88-480C-A00D-23E0-7CF06B62F67B}"/>
              </a:ext>
            </a:extLst>
          </p:cNvPr>
          <p:cNvPicPr>
            <a:picLocks noChangeAspect="1"/>
          </p:cNvPicPr>
          <p:nvPr/>
        </p:nvPicPr>
        <p:blipFill>
          <a:blip r:embed="rId3"/>
          <a:srcRect t="7540" b="10003"/>
          <a:stretch>
            <a:fillRect/>
          </a:stretch>
        </p:blipFill>
        <p:spPr>
          <a:xfrm>
            <a:off x="5943600" y="4395374"/>
            <a:ext cx="3392424" cy="2200006"/>
          </a:xfrm>
          <a:prstGeom prst="rect">
            <a:avLst/>
          </a:prstGeom>
        </p:spPr>
      </p:pic>
    </p:spTree>
    <p:extLst>
      <p:ext uri="{BB962C8B-B14F-4D97-AF65-F5344CB8AC3E}">
        <p14:creationId xmlns:p14="http://schemas.microsoft.com/office/powerpoint/2010/main" val="32113267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99550FB-49A4-6BCC-6822-8759B3F38DD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E664047-583F-379D-4E45-E421085CB2AC}"/>
              </a:ext>
            </a:extLst>
          </p:cNvPr>
          <p:cNvSpPr txBox="1"/>
          <p:nvPr/>
        </p:nvSpPr>
        <p:spPr>
          <a:xfrm>
            <a:off x="348488" y="262620"/>
            <a:ext cx="11528552" cy="369332"/>
          </a:xfrm>
          <a:prstGeom prst="rect">
            <a:avLst/>
          </a:prstGeom>
          <a:noFill/>
        </p:spPr>
        <p:txBody>
          <a:bodyPr wrap="square" rtlCol="0">
            <a:spAutoFit/>
          </a:bodyPr>
          <a:lstStyle/>
          <a:p>
            <a:r>
              <a:rPr lang="en-IN" b="1" dirty="0">
                <a:latin typeface="Bahnschrift" panose="020B0502040204020203" pitchFamily="34" charset="0"/>
              </a:rPr>
              <a:t>Sketch the region bounded by y = 2x -x² and x-axis and find its area using integration</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6428440-8216-A411-2DFC-2F7EF2C7FCF9}"/>
                  </a:ext>
                </a:extLst>
              </p:cNvPr>
              <p:cNvSpPr txBox="1"/>
              <p:nvPr/>
            </p:nvSpPr>
            <p:spPr>
              <a:xfrm>
                <a:off x="348488" y="1177020"/>
                <a:ext cx="11660632" cy="4582216"/>
              </a:xfrm>
              <a:prstGeom prst="rect">
                <a:avLst/>
              </a:prstGeom>
              <a:noFill/>
            </p:spPr>
            <p:txBody>
              <a:bodyPr wrap="square" rtlCol="0">
                <a:spAutoFit/>
              </a:bodyPr>
              <a:lstStyle/>
              <a:p>
                <a:r>
                  <a:rPr lang="en-IN" b="1" dirty="0">
                    <a:latin typeface="Segoe Print" panose="02000600000000000000" pitchFamily="2" charset="0"/>
                  </a:rPr>
                  <a:t>SOLUTION</a:t>
                </a:r>
                <a:endParaRPr lang="en-IN" dirty="0">
                  <a:latin typeface="Segoe Print" panose="02000600000000000000" pitchFamily="2" charset="0"/>
                </a:endParaRPr>
              </a:p>
              <a:p>
                <a:r>
                  <a:rPr lang="en-IN" dirty="0">
                    <a:latin typeface="Segoe Print" panose="02000600000000000000" pitchFamily="2" charset="0"/>
                  </a:rPr>
                  <a:t>The equation of the curve is </a:t>
                </a:r>
                <a14:m>
                  <m:oMath xmlns:m="http://schemas.openxmlformats.org/officeDocument/2006/math">
                    <m:r>
                      <a:rPr lang="en-IN" i="1">
                        <a:latin typeface="Cambria Math" panose="02040503050406030204" pitchFamily="18" charset="0"/>
                      </a:rPr>
                      <m:t>𝑦</m:t>
                    </m:r>
                    <m:r>
                      <a:rPr lang="en-IN">
                        <a:latin typeface="Cambria Math" panose="02040503050406030204" pitchFamily="18" charset="0"/>
                      </a:rPr>
                      <m:t>=2</m:t>
                    </m:r>
                    <m:r>
                      <a:rPr lang="en-IN" i="1">
                        <a:latin typeface="Cambria Math" panose="02040503050406030204" pitchFamily="18" charset="0"/>
                      </a:rPr>
                      <m:t>𝑥</m:t>
                    </m:r>
                    <m:r>
                      <a:rPr lang="en-IN">
                        <a:latin typeface="Cambria Math" panose="02040503050406030204" pitchFamily="18" charset="0"/>
                      </a:rPr>
                      <m:t>−</m:t>
                    </m:r>
                    <m:sSup>
                      <m:sSupPr>
                        <m:ctrlPr>
                          <a:rPr lang="en-IN" i="1">
                            <a:latin typeface="Cambria Math" panose="02040503050406030204" pitchFamily="18" charset="0"/>
                          </a:rPr>
                        </m:ctrlPr>
                      </m:sSupPr>
                      <m:e>
                        <m:r>
                          <a:rPr lang="en-IN" i="1">
                            <a:latin typeface="Cambria Math" panose="02040503050406030204" pitchFamily="18" charset="0"/>
                          </a:rPr>
                          <m:t>𝑥</m:t>
                        </m:r>
                      </m:e>
                      <m:sup>
                        <m:r>
                          <a:rPr lang="en-IN">
                            <a:latin typeface="Cambria Math" panose="02040503050406030204" pitchFamily="18" charset="0"/>
                          </a:rPr>
                          <m:t>2</m:t>
                        </m:r>
                      </m:sup>
                    </m:sSup>
                  </m:oMath>
                </a14:m>
                <a:r>
                  <a:rPr lang="en-IN" dirty="0">
                    <a:latin typeface="Segoe Print" panose="02000600000000000000" pitchFamily="2" charset="0"/>
                  </a:rPr>
                  <a:t>. Clearly, it represents a parabola opening downward which cuts </a:t>
                </a:r>
                <a14:m>
                  <m:oMath xmlns:m="http://schemas.openxmlformats.org/officeDocument/2006/math">
                    <m:r>
                      <a:rPr lang="en-IN" i="1">
                        <a:latin typeface="Cambria Math" panose="02040503050406030204" pitchFamily="18" charset="0"/>
                      </a:rPr>
                      <m:t>𝑥</m:t>
                    </m:r>
                  </m:oMath>
                </a14:m>
                <a:r>
                  <a:rPr lang="en-IN" dirty="0">
                    <a:latin typeface="Segoe Print" panose="02000600000000000000" pitchFamily="2" charset="0"/>
                  </a:rPr>
                  <a:t>-axis at </a:t>
                </a:r>
                <a14:m>
                  <m:oMath xmlns:m="http://schemas.openxmlformats.org/officeDocument/2006/math">
                    <m:d>
                      <m:dPr>
                        <m:ctrlPr>
                          <a:rPr lang="en-IN">
                            <a:latin typeface="Cambria Math" panose="02040503050406030204" pitchFamily="18" charset="0"/>
                          </a:rPr>
                        </m:ctrlPr>
                      </m:dPr>
                      <m:e>
                        <m:r>
                          <a:rPr lang="en-IN">
                            <a:latin typeface="Cambria Math" panose="02040503050406030204" pitchFamily="18" charset="0"/>
                          </a:rPr>
                          <m:t>0,0</m:t>
                        </m:r>
                      </m:e>
                    </m:d>
                  </m:oMath>
                </a14:m>
                <a:r>
                  <a:rPr lang="en-IN" dirty="0">
                    <a:latin typeface="Segoe Print" panose="02000600000000000000" pitchFamily="2" charset="0"/>
                  </a:rPr>
                  <a:t>and </a:t>
                </a:r>
                <a14:m>
                  <m:oMath xmlns:m="http://schemas.openxmlformats.org/officeDocument/2006/math">
                    <m:d>
                      <m:dPr>
                        <m:ctrlPr>
                          <a:rPr lang="en-IN">
                            <a:latin typeface="Cambria Math" panose="02040503050406030204" pitchFamily="18" charset="0"/>
                          </a:rPr>
                        </m:ctrlPr>
                      </m:dPr>
                      <m:e>
                        <m:r>
                          <a:rPr lang="en-IN">
                            <a:latin typeface="Cambria Math" panose="02040503050406030204" pitchFamily="18" charset="0"/>
                          </a:rPr>
                          <m:t>2,0</m:t>
                        </m:r>
                      </m:e>
                    </m:d>
                  </m:oMath>
                </a14:m>
                <a:r>
                  <a:rPr lang="en-IN" dirty="0">
                    <a:latin typeface="Segoe Print" panose="02000600000000000000" pitchFamily="2" charset="0"/>
                  </a:rPr>
                  <a:t>. The sketch of the curve is as shown in Fig. 20.7. The required region is the shaded region in Fig. 20.7. Here, we slice this region into vertical strips. For the approximating rectangle shown in Fig. 20.7, we have: </a:t>
                </a:r>
              </a:p>
              <a:p>
                <a:pPr/>
                <a14:m>
                  <m:oMathPara xmlns:m="http://schemas.openxmlformats.org/officeDocument/2006/math">
                    <m:oMath>
                      <m:r>
                        <a:rPr lang="en-IN" i="1" smtClean="0">
                          <a:latin typeface="Cambria Math" panose="02040503050406030204" pitchFamily="18" charset="0"/>
                        </a:rPr>
                        <m:t>𝐿𝑒𝑛𝑔𝑡ℎ</m:t>
                      </m:r>
                      <m:r>
                        <a:rPr lang="en-IN" i="0" smtClean="0">
                          <a:latin typeface="Cambria Math" panose="02040503050406030204" pitchFamily="18" charset="0"/>
                        </a:rPr>
                        <m:t>=</m:t>
                      </m:r>
                      <m:d>
                        <m:dPr>
                          <m:begChr m:val="|"/>
                          <m:endChr m:val="|"/>
                          <m:ctrlPr>
                            <a:rPr lang="en-IN" i="1" smtClean="0">
                              <a:latin typeface="Cambria Math" panose="02040503050406030204" pitchFamily="18" charset="0"/>
                            </a:rPr>
                          </m:ctrlPr>
                        </m:dPr>
                        <m:e>
                          <m:r>
                            <a:rPr lang="en-IN" i="1" smtClean="0">
                              <a:latin typeface="Cambria Math" panose="02040503050406030204" pitchFamily="18" charset="0"/>
                            </a:rPr>
                            <m:t>𝑦</m:t>
                          </m:r>
                        </m:e>
                      </m:d>
                      <m:r>
                        <a:rPr lang="en-IN" i="0" smtClean="0">
                          <a:latin typeface="Cambria Math" panose="02040503050406030204" pitchFamily="18" charset="0"/>
                        </a:rPr>
                        <m:t>, </m:t>
                      </m:r>
                      <m:r>
                        <a:rPr lang="en-IN" i="1" smtClean="0">
                          <a:latin typeface="Cambria Math" panose="02040503050406030204" pitchFamily="18" charset="0"/>
                        </a:rPr>
                        <m:t>𝑊𝑖𝑑𝑡ℎ</m:t>
                      </m:r>
                      <m:r>
                        <a:rPr lang="en-IN" i="0" smtClean="0">
                          <a:latin typeface="Cambria Math" panose="02040503050406030204" pitchFamily="18" charset="0"/>
                        </a:rPr>
                        <m:t>=</m:t>
                      </m:r>
                      <m:r>
                        <a:rPr lang="en-IN" i="1" smtClean="0">
                          <a:latin typeface="Cambria Math" panose="02040503050406030204" pitchFamily="18" charset="0"/>
                        </a:rPr>
                        <m:t>𝑑𝑥</m:t>
                      </m:r>
                      <m:r>
                        <a:rPr lang="en-IN" i="0" smtClean="0">
                          <a:latin typeface="Cambria Math" panose="02040503050406030204" pitchFamily="18" charset="0"/>
                        </a:rPr>
                        <m:t> </m:t>
                      </m:r>
                      <m:r>
                        <a:rPr lang="en-IN" i="1" smtClean="0">
                          <a:latin typeface="Cambria Math" panose="02040503050406030204" pitchFamily="18" charset="0"/>
                        </a:rPr>
                        <m:t>𝑎𝑛𝑑</m:t>
                      </m:r>
                      <m:r>
                        <a:rPr lang="en-IN" i="0" smtClean="0">
                          <a:latin typeface="Cambria Math" panose="02040503050406030204" pitchFamily="18" charset="0"/>
                        </a:rPr>
                        <m:t>, </m:t>
                      </m:r>
                      <m:r>
                        <a:rPr lang="en-IN" i="1" smtClean="0">
                          <a:latin typeface="Cambria Math" panose="02040503050406030204" pitchFamily="18" charset="0"/>
                        </a:rPr>
                        <m:t>𝐴𝑟𝑒𝑎</m:t>
                      </m:r>
                      <m:r>
                        <a:rPr lang="en-IN" i="0" smtClean="0">
                          <a:latin typeface="Cambria Math" panose="02040503050406030204" pitchFamily="18" charset="0"/>
                        </a:rPr>
                        <m:t>=</m:t>
                      </m:r>
                      <m:d>
                        <m:dPr>
                          <m:begChr m:val="|"/>
                          <m:endChr m:val="|"/>
                          <m:ctrlPr>
                            <a:rPr lang="en-IN" i="1" smtClean="0">
                              <a:latin typeface="Cambria Math" panose="02040503050406030204" pitchFamily="18" charset="0"/>
                            </a:rPr>
                          </m:ctrlPr>
                        </m:dPr>
                        <m:e>
                          <m:r>
                            <a:rPr lang="en-IN" i="1" smtClean="0">
                              <a:latin typeface="Cambria Math" panose="02040503050406030204" pitchFamily="18" charset="0"/>
                            </a:rPr>
                            <m:t>𝑦</m:t>
                          </m:r>
                        </m:e>
                      </m:d>
                      <m:r>
                        <a:rPr lang="en-IN" i="0" smtClean="0">
                          <a:latin typeface="Cambria Math" panose="02040503050406030204" pitchFamily="18" charset="0"/>
                        </a:rPr>
                        <m:t> </m:t>
                      </m:r>
                      <m:r>
                        <a:rPr lang="en-IN" i="1" smtClean="0">
                          <a:latin typeface="Cambria Math" panose="02040503050406030204" pitchFamily="18" charset="0"/>
                        </a:rPr>
                        <m:t>𝑑𝑥</m:t>
                      </m:r>
                      <m:r>
                        <a:rPr lang="en-IN" i="0" smtClean="0">
                          <a:latin typeface="Cambria Math" panose="02040503050406030204" pitchFamily="18" charset="0"/>
                        </a:rPr>
                        <m:t> </m:t>
                      </m:r>
                    </m:oMath>
                  </m:oMathPara>
                </a14:m>
                <a:endParaRPr lang="en-IN" dirty="0">
                  <a:latin typeface="Segoe Print" panose="02000600000000000000" pitchFamily="2" charset="0"/>
                </a:endParaRPr>
              </a:p>
              <a:p>
                <a:endParaRPr lang="en-IN" dirty="0">
                  <a:latin typeface="Segoe Print" panose="02000600000000000000" pitchFamily="2" charset="0"/>
                </a:endParaRPr>
              </a:p>
              <a:p>
                <a:r>
                  <a:rPr lang="en-IN" dirty="0">
                    <a:latin typeface="Segoe Print" panose="02000600000000000000" pitchFamily="2" charset="0"/>
                  </a:rPr>
                  <a:t>The approximating rectangle can move from </a:t>
                </a:r>
                <a14:m>
                  <m:oMath xmlns:m="http://schemas.openxmlformats.org/officeDocument/2006/math">
                    <m:r>
                      <a:rPr lang="en-IN" i="1">
                        <a:latin typeface="Cambria Math" panose="02040503050406030204" pitchFamily="18" charset="0"/>
                      </a:rPr>
                      <m:t>𝑥</m:t>
                    </m:r>
                    <m:r>
                      <a:rPr lang="en-IN">
                        <a:latin typeface="Cambria Math" panose="02040503050406030204" pitchFamily="18" charset="0"/>
                      </a:rPr>
                      <m:t>=0</m:t>
                    </m:r>
                  </m:oMath>
                </a14:m>
                <a:r>
                  <a:rPr lang="en-IN" dirty="0">
                    <a:latin typeface="Segoe Print" panose="02000600000000000000" pitchFamily="2" charset="0"/>
                  </a:rPr>
                  <a:t>to </a:t>
                </a:r>
                <a14:m>
                  <m:oMath xmlns:m="http://schemas.openxmlformats.org/officeDocument/2006/math">
                    <m:r>
                      <a:rPr lang="en-IN" i="1">
                        <a:latin typeface="Cambria Math" panose="02040503050406030204" pitchFamily="18" charset="0"/>
                      </a:rPr>
                      <m:t>𝑥</m:t>
                    </m:r>
                    <m:r>
                      <a:rPr lang="en-IN">
                        <a:latin typeface="Cambria Math" panose="02040503050406030204" pitchFamily="18" charset="0"/>
                      </a:rPr>
                      <m:t>=2</m:t>
                    </m:r>
                  </m:oMath>
                </a14:m>
                <a:r>
                  <a:rPr lang="en-IN" dirty="0">
                    <a:latin typeface="Segoe Print" panose="02000600000000000000" pitchFamily="2" charset="0"/>
                  </a:rPr>
                  <a:t>. </a:t>
                </a:r>
              </a:p>
              <a:p>
                <a:r>
                  <a:rPr lang="en-IN" dirty="0">
                    <a:latin typeface="Segoe Print" panose="02000600000000000000" pitchFamily="2" charset="0"/>
                  </a:rPr>
                  <a:t>So, required area </a:t>
                </a:r>
                <a14:m>
                  <m:oMath xmlns:m="http://schemas.openxmlformats.org/officeDocument/2006/math">
                    <m:r>
                      <a:rPr lang="en-IN" i="1">
                        <a:latin typeface="Cambria Math" panose="02040503050406030204" pitchFamily="18" charset="0"/>
                      </a:rPr>
                      <m:t>𝐴</m:t>
                    </m:r>
                  </m:oMath>
                </a14:m>
                <a:r>
                  <a:rPr lang="en-IN" dirty="0">
                    <a:latin typeface="Segoe Print" panose="02000600000000000000" pitchFamily="2" charset="0"/>
                  </a:rPr>
                  <a:t>is given by[cite: 15]:</a:t>
                </a:r>
              </a:p>
              <a:p>
                <a:pPr/>
                <a14:m>
                  <m:oMathPara xmlns:m="http://schemas.openxmlformats.org/officeDocument/2006/math">
                    <m:oMath>
                      <m:r>
                        <a:rPr lang="en-IN" i="1">
                          <a:latin typeface="Cambria Math" panose="02040503050406030204" pitchFamily="18" charset="0"/>
                        </a:rPr>
                        <m:t>𝐴</m:t>
                      </m:r>
                      <m:r>
                        <a:rPr lang="en-IN">
                          <a:latin typeface="Cambria Math" panose="02040503050406030204" pitchFamily="18" charset="0"/>
                        </a:rPr>
                        <m:t>=</m:t>
                      </m:r>
                      <m:nary>
                        <m:naryPr>
                          <m:limLoc m:val="subSup"/>
                          <m:ctrlPr>
                            <a:rPr lang="en-IN">
                              <a:latin typeface="Cambria Math" panose="02040503050406030204" pitchFamily="18" charset="0"/>
                            </a:rPr>
                          </m:ctrlPr>
                        </m:naryPr>
                        <m:sub>
                          <m:r>
                            <a:rPr lang="en-IN">
                              <a:latin typeface="Cambria Math" panose="02040503050406030204" pitchFamily="18" charset="0"/>
                            </a:rPr>
                            <m:t>0</m:t>
                          </m:r>
                        </m:sub>
                        <m:sup>
                          <m:r>
                            <a:rPr lang="en-IN">
                              <a:latin typeface="Cambria Math" panose="02040503050406030204" pitchFamily="18" charset="0"/>
                            </a:rPr>
                            <m:t>2</m:t>
                          </m:r>
                        </m:sup>
                        <m:e>
                          <m:r>
                            <a:rPr lang="en-IN">
                              <a:latin typeface="Cambria Math" panose="02040503050406030204" pitchFamily="18" charset="0"/>
                            </a:rPr>
                            <m:t>|</m:t>
                          </m:r>
                        </m:e>
                      </m:nary>
                      <m:r>
                        <a:rPr lang="en-IN" i="1">
                          <a:latin typeface="Cambria Math" panose="02040503050406030204" pitchFamily="18" charset="0"/>
                        </a:rPr>
                        <m:t>𝑦</m:t>
                      </m:r>
                      <m:r>
                        <a:rPr lang="en-IN">
                          <a:latin typeface="Cambria Math" panose="02040503050406030204" pitchFamily="18" charset="0"/>
                        </a:rPr>
                        <m:t>| </m:t>
                      </m:r>
                      <m:r>
                        <a:rPr lang="en-IN" i="1">
                          <a:latin typeface="Cambria Math" panose="02040503050406030204" pitchFamily="18" charset="0"/>
                        </a:rPr>
                        <m:t>𝑑𝑥</m:t>
                      </m:r>
                      <m:r>
                        <a:rPr lang="en-IN">
                          <a:latin typeface="Cambria Math" panose="02040503050406030204" pitchFamily="18" charset="0"/>
                        </a:rPr>
                        <m:t>=</m:t>
                      </m:r>
                      <m:nary>
                        <m:naryPr>
                          <m:limLoc m:val="subSup"/>
                          <m:ctrlPr>
                            <a:rPr lang="en-IN">
                              <a:latin typeface="Cambria Math" panose="02040503050406030204" pitchFamily="18" charset="0"/>
                            </a:rPr>
                          </m:ctrlPr>
                        </m:naryPr>
                        <m:sub>
                          <m:r>
                            <a:rPr lang="en-IN">
                              <a:latin typeface="Cambria Math" panose="02040503050406030204" pitchFamily="18" charset="0"/>
                            </a:rPr>
                            <m:t>0</m:t>
                          </m:r>
                        </m:sub>
                        <m:sup>
                          <m:r>
                            <a:rPr lang="en-IN">
                              <a:latin typeface="Cambria Math" panose="02040503050406030204" pitchFamily="18" charset="0"/>
                            </a:rPr>
                            <m:t>2</m:t>
                          </m:r>
                        </m:sup>
                        <m:e>
                          <m:r>
                            <a:rPr lang="en-IN" i="1">
                              <a:latin typeface="Cambria Math" panose="02040503050406030204" pitchFamily="18" charset="0"/>
                            </a:rPr>
                            <m:t>𝑦</m:t>
                          </m:r>
                        </m:e>
                      </m:nary>
                      <m:r>
                        <a:rPr lang="en-IN">
                          <a:latin typeface="Cambria Math" panose="02040503050406030204" pitchFamily="18" charset="0"/>
                        </a:rPr>
                        <m:t> </m:t>
                      </m:r>
                      <m:r>
                        <a:rPr lang="en-IN" i="1">
                          <a:latin typeface="Cambria Math" panose="02040503050406030204" pitchFamily="18" charset="0"/>
                        </a:rPr>
                        <m:t>𝑑𝑥</m:t>
                      </m:r>
                      <m:r>
                        <a:rPr lang="en-IN">
                          <a:latin typeface="Cambria Math" panose="02040503050406030204" pitchFamily="18" charset="0"/>
                        </a:rPr>
                        <m:t> </m:t>
                      </m:r>
                      <m:d>
                        <m:dPr>
                          <m:begChr m:val="["/>
                          <m:endChr m:val="]"/>
                          <m:ctrlPr>
                            <a:rPr lang="en-IN">
                              <a:latin typeface="Cambria Math" panose="02040503050406030204" pitchFamily="18" charset="0"/>
                            </a:rPr>
                          </m:ctrlPr>
                        </m:dPr>
                        <m:e>
                          <m:r>
                            <a:rPr lang="en-IN">
                              <a:latin typeface="Cambria Math" panose="02040503050406030204" pitchFamily="18" charset="0"/>
                            </a:rPr>
                            <m:t>∵</m:t>
                          </m:r>
                          <m:r>
                            <a:rPr lang="en-IN" i="1">
                              <a:latin typeface="Cambria Math" panose="02040503050406030204" pitchFamily="18" charset="0"/>
                            </a:rPr>
                            <m:t>𝑦</m:t>
                          </m:r>
                          <m:r>
                            <a:rPr lang="en-IN">
                              <a:latin typeface="Cambria Math" panose="02040503050406030204" pitchFamily="18" charset="0"/>
                            </a:rPr>
                            <m:t>≥0∴|</m:t>
                          </m:r>
                          <m:r>
                            <a:rPr lang="en-IN" i="1">
                              <a:latin typeface="Cambria Math" panose="02040503050406030204" pitchFamily="18" charset="0"/>
                            </a:rPr>
                            <m:t>𝑦</m:t>
                          </m:r>
                          <m:r>
                            <a:rPr lang="en-IN">
                              <a:latin typeface="Cambria Math" panose="02040503050406030204" pitchFamily="18" charset="0"/>
                            </a:rPr>
                            <m:t>|=</m:t>
                          </m:r>
                          <m:r>
                            <a:rPr lang="en-IN" i="1">
                              <a:latin typeface="Cambria Math" panose="02040503050406030204" pitchFamily="18" charset="0"/>
                            </a:rPr>
                            <m:t>𝑦</m:t>
                          </m:r>
                        </m:e>
                      </m:d>
                      <m:r>
                        <a:rPr lang="en-IN">
                          <a:latin typeface="Cambria Math" panose="02040503050406030204" pitchFamily="18" charset="0"/>
                        </a:rPr>
                        <m:t> </m:t>
                      </m:r>
                    </m:oMath>
                  </m:oMathPara>
                </a14:m>
                <a:endParaRPr lang="en-IN" dirty="0">
                  <a:latin typeface="Segoe Print" panose="02000600000000000000" pitchFamily="2" charset="0"/>
                </a:endParaRPr>
              </a:p>
              <a:p>
                <a:pPr/>
                <a14:m>
                  <m:oMathPara xmlns:m="http://schemas.openxmlformats.org/officeDocument/2006/math">
                    <m:oMath>
                      <m:r>
                        <a:rPr lang="en-IN">
                          <a:latin typeface="Cambria Math" panose="02040503050406030204" pitchFamily="18" charset="0"/>
                        </a:rPr>
                        <m:t>⇒</m:t>
                      </m:r>
                      <m:r>
                        <a:rPr lang="en-IN" i="1">
                          <a:latin typeface="Cambria Math" panose="02040503050406030204" pitchFamily="18" charset="0"/>
                        </a:rPr>
                        <m:t>𝐴</m:t>
                      </m:r>
                      <m:r>
                        <a:rPr lang="en-IN">
                          <a:latin typeface="Cambria Math" panose="02040503050406030204" pitchFamily="18" charset="0"/>
                        </a:rPr>
                        <m:t>=</m:t>
                      </m:r>
                      <m:nary>
                        <m:naryPr>
                          <m:limLoc m:val="subSup"/>
                          <m:ctrlPr>
                            <a:rPr lang="en-IN">
                              <a:latin typeface="Cambria Math" panose="02040503050406030204" pitchFamily="18" charset="0"/>
                            </a:rPr>
                          </m:ctrlPr>
                        </m:naryPr>
                        <m:sub>
                          <m:r>
                            <a:rPr lang="en-IN">
                              <a:latin typeface="Cambria Math" panose="02040503050406030204" pitchFamily="18" charset="0"/>
                            </a:rPr>
                            <m:t>0</m:t>
                          </m:r>
                        </m:sub>
                        <m:sup>
                          <m:r>
                            <a:rPr lang="en-IN">
                              <a:latin typeface="Cambria Math" panose="02040503050406030204" pitchFamily="18" charset="0"/>
                            </a:rPr>
                            <m:t>2</m:t>
                          </m:r>
                        </m:sup>
                        <m:e>
                          <m:d>
                            <m:dPr>
                              <m:ctrlPr>
                                <a:rPr lang="en-IN">
                                  <a:latin typeface="Cambria Math" panose="02040503050406030204" pitchFamily="18" charset="0"/>
                                </a:rPr>
                              </m:ctrlPr>
                            </m:dPr>
                            <m:e>
                              <m:r>
                                <a:rPr lang="en-IN">
                                  <a:latin typeface="Cambria Math" panose="02040503050406030204" pitchFamily="18" charset="0"/>
                                </a:rPr>
                                <m:t>2</m:t>
                              </m:r>
                              <m:r>
                                <a:rPr lang="en-IN" i="1">
                                  <a:latin typeface="Cambria Math" panose="02040503050406030204" pitchFamily="18" charset="0"/>
                                </a:rPr>
                                <m:t>𝑥</m:t>
                              </m:r>
                              <m:r>
                                <a:rPr lang="en-IN">
                                  <a:latin typeface="Cambria Math" panose="02040503050406030204" pitchFamily="18" charset="0"/>
                                </a:rPr>
                                <m:t>−</m:t>
                              </m:r>
                              <m:sSup>
                                <m:sSupPr>
                                  <m:ctrlPr>
                                    <a:rPr lang="en-IN" i="1">
                                      <a:latin typeface="Cambria Math" panose="02040503050406030204" pitchFamily="18" charset="0"/>
                                    </a:rPr>
                                  </m:ctrlPr>
                                </m:sSupPr>
                                <m:e>
                                  <m:r>
                                    <a:rPr lang="en-IN" i="1">
                                      <a:latin typeface="Cambria Math" panose="02040503050406030204" pitchFamily="18" charset="0"/>
                                    </a:rPr>
                                    <m:t>𝑥</m:t>
                                  </m:r>
                                </m:e>
                                <m:sup>
                                  <m:r>
                                    <a:rPr lang="en-IN">
                                      <a:latin typeface="Cambria Math" panose="02040503050406030204" pitchFamily="18" charset="0"/>
                                    </a:rPr>
                                    <m:t>2</m:t>
                                  </m:r>
                                </m:sup>
                              </m:sSup>
                            </m:e>
                          </m:d>
                        </m:e>
                      </m:nary>
                      <m:r>
                        <a:rPr lang="en-IN">
                          <a:latin typeface="Cambria Math" panose="02040503050406030204" pitchFamily="18" charset="0"/>
                        </a:rPr>
                        <m:t> </m:t>
                      </m:r>
                      <m:r>
                        <a:rPr lang="en-IN" i="1">
                          <a:latin typeface="Cambria Math" panose="02040503050406030204" pitchFamily="18" charset="0"/>
                        </a:rPr>
                        <m:t>𝑑𝑥</m:t>
                      </m:r>
                      <m:r>
                        <a:rPr lang="en-IN">
                          <a:latin typeface="Cambria Math" panose="02040503050406030204" pitchFamily="18" charset="0"/>
                        </a:rPr>
                        <m:t> </m:t>
                      </m:r>
                      <m:d>
                        <m:dPr>
                          <m:begChr m:val="["/>
                          <m:endChr m:val="]"/>
                          <m:ctrlPr>
                            <a:rPr lang="en-IN">
                              <a:latin typeface="Cambria Math" panose="02040503050406030204" pitchFamily="18" charset="0"/>
                            </a:rPr>
                          </m:ctrlPr>
                        </m:dPr>
                        <m:e>
                          <m:r>
                            <a:rPr lang="en-IN">
                              <a:latin typeface="Cambria Math" panose="02040503050406030204" pitchFamily="18" charset="0"/>
                            </a:rPr>
                            <m:t>∵</m:t>
                          </m:r>
                          <m:r>
                            <a:rPr lang="en-IN" i="1">
                              <a:latin typeface="Cambria Math" panose="02040503050406030204" pitchFamily="18" charset="0"/>
                            </a:rPr>
                            <m:t>𝑃</m:t>
                          </m:r>
                          <m:d>
                            <m:dPr>
                              <m:ctrlPr>
                                <a:rPr lang="en-IN" i="1">
                                  <a:latin typeface="Cambria Math" panose="02040503050406030204" pitchFamily="18" charset="0"/>
                                </a:rPr>
                              </m:ctrlPr>
                            </m:dPr>
                            <m:e>
                              <m:r>
                                <a:rPr lang="en-IN" i="1">
                                  <a:latin typeface="Cambria Math" panose="02040503050406030204" pitchFamily="18" charset="0"/>
                                </a:rPr>
                                <m:t>𝑥</m:t>
                              </m:r>
                              <m:r>
                                <a:rPr lang="en-IN">
                                  <a:latin typeface="Cambria Math" panose="02040503050406030204" pitchFamily="18" charset="0"/>
                                </a:rPr>
                                <m:t>,</m:t>
                              </m:r>
                              <m:r>
                                <a:rPr lang="en-IN" i="1">
                                  <a:latin typeface="Cambria Math" panose="02040503050406030204" pitchFamily="18" charset="0"/>
                                </a:rPr>
                                <m:t>𝑦</m:t>
                              </m:r>
                            </m:e>
                          </m:d>
                          <m:r>
                            <m:rPr>
                              <m:nor/>
                            </m:rPr>
                            <a:rPr lang="en-IN" i="0">
                              <a:latin typeface="Segoe Print" panose="02000600000000000000" pitchFamily="2" charset="0"/>
                            </a:rPr>
                            <m:t> lies on </m:t>
                          </m:r>
                          <m:r>
                            <a:rPr lang="en-IN" i="1">
                              <a:latin typeface="Cambria Math" panose="02040503050406030204" pitchFamily="18" charset="0"/>
                            </a:rPr>
                            <m:t>𝑦</m:t>
                          </m:r>
                          <m:r>
                            <a:rPr lang="en-IN">
                              <a:latin typeface="Cambria Math" panose="02040503050406030204" pitchFamily="18" charset="0"/>
                            </a:rPr>
                            <m:t>=2</m:t>
                          </m:r>
                          <m:r>
                            <a:rPr lang="en-IN" i="1">
                              <a:latin typeface="Cambria Math" panose="02040503050406030204" pitchFamily="18" charset="0"/>
                            </a:rPr>
                            <m:t>𝑥</m:t>
                          </m:r>
                          <m:r>
                            <a:rPr lang="en-IN">
                              <a:latin typeface="Cambria Math" panose="02040503050406030204" pitchFamily="18" charset="0"/>
                            </a:rPr>
                            <m:t>−</m:t>
                          </m:r>
                          <m:sSup>
                            <m:sSupPr>
                              <m:ctrlPr>
                                <a:rPr lang="en-IN" i="1">
                                  <a:latin typeface="Cambria Math" panose="02040503050406030204" pitchFamily="18" charset="0"/>
                                </a:rPr>
                              </m:ctrlPr>
                            </m:sSupPr>
                            <m:e>
                              <m:r>
                                <a:rPr lang="en-IN" i="1">
                                  <a:latin typeface="Cambria Math" panose="02040503050406030204" pitchFamily="18" charset="0"/>
                                </a:rPr>
                                <m:t>𝑥</m:t>
                              </m:r>
                            </m:e>
                            <m:sup>
                              <m:r>
                                <a:rPr lang="en-IN">
                                  <a:latin typeface="Cambria Math" panose="02040503050406030204" pitchFamily="18" charset="0"/>
                                </a:rPr>
                                <m:t>2</m:t>
                              </m:r>
                            </m:sup>
                          </m:sSup>
                        </m:e>
                      </m:d>
                      <m:r>
                        <a:rPr lang="en-IN">
                          <a:latin typeface="Cambria Math" panose="02040503050406030204" pitchFamily="18" charset="0"/>
                        </a:rPr>
                        <m:t> </m:t>
                      </m:r>
                    </m:oMath>
                  </m:oMathPara>
                </a14:m>
                <a:endParaRPr lang="en-IN" dirty="0">
                  <a:latin typeface="Segoe Print" panose="02000600000000000000" pitchFamily="2" charset="0"/>
                </a:endParaRPr>
              </a:p>
              <a:p>
                <a:pPr/>
                <a14:m>
                  <m:oMathPara xmlns:m="http://schemas.openxmlformats.org/officeDocument/2006/math">
                    <m:oMath>
                      <m:r>
                        <a:rPr lang="en-IN">
                          <a:latin typeface="Cambria Math" panose="02040503050406030204" pitchFamily="18" charset="0"/>
                        </a:rPr>
                        <m:t>⇒</m:t>
                      </m:r>
                      <m:r>
                        <a:rPr lang="en-IN" i="1">
                          <a:latin typeface="Cambria Math" panose="02040503050406030204" pitchFamily="18" charset="0"/>
                        </a:rPr>
                        <m:t>𝐴</m:t>
                      </m:r>
                      <m:r>
                        <a:rPr lang="en-IN">
                          <a:latin typeface="Cambria Math" panose="02040503050406030204" pitchFamily="18" charset="0"/>
                        </a:rPr>
                        <m:t>=</m:t>
                      </m:r>
                      <m:sSubSup>
                        <m:sSubSupPr>
                          <m:ctrlPr>
                            <a:rPr lang="en-IN" i="1">
                              <a:latin typeface="Cambria Math" panose="02040503050406030204" pitchFamily="18" charset="0"/>
                            </a:rPr>
                          </m:ctrlPr>
                        </m:sSubSupPr>
                        <m:e>
                          <m:d>
                            <m:dPr>
                              <m:begChr m:val="["/>
                              <m:endChr m:val="]"/>
                              <m:ctrlPr>
                                <a:rPr lang="en-IN" i="1">
                                  <a:latin typeface="Cambria Math" panose="02040503050406030204" pitchFamily="18" charset="0"/>
                                </a:rPr>
                              </m:ctrlPr>
                            </m:dPr>
                            <m:e>
                              <m:sSup>
                                <m:sSupPr>
                                  <m:ctrlPr>
                                    <a:rPr lang="en-IN" i="1">
                                      <a:latin typeface="Cambria Math" panose="02040503050406030204" pitchFamily="18" charset="0"/>
                                    </a:rPr>
                                  </m:ctrlPr>
                                </m:sSupPr>
                                <m:e>
                                  <m:r>
                                    <a:rPr lang="en-IN" i="1">
                                      <a:latin typeface="Cambria Math" panose="02040503050406030204" pitchFamily="18" charset="0"/>
                                    </a:rPr>
                                    <m:t>𝑥</m:t>
                                  </m:r>
                                </m:e>
                                <m:sup>
                                  <m:r>
                                    <a:rPr lang="en-IN">
                                      <a:latin typeface="Cambria Math" panose="02040503050406030204" pitchFamily="18" charset="0"/>
                                    </a:rPr>
                                    <m:t>2</m:t>
                                  </m:r>
                                </m:sup>
                              </m:sSup>
                              <m:r>
                                <a:rPr lang="en-IN">
                                  <a:latin typeface="Cambria Math" panose="02040503050406030204" pitchFamily="18" charset="0"/>
                                </a:rPr>
                                <m:t>−</m:t>
                              </m:r>
                              <m:f>
                                <m:fPr>
                                  <m:ctrlPr>
                                    <a:rPr lang="en-IN" i="1">
                                      <a:latin typeface="Cambria Math" panose="02040503050406030204" pitchFamily="18" charset="0"/>
                                    </a:rPr>
                                  </m:ctrlPr>
                                </m:fPr>
                                <m:num>
                                  <m:sSup>
                                    <m:sSupPr>
                                      <m:ctrlPr>
                                        <a:rPr lang="en-IN" i="1">
                                          <a:latin typeface="Cambria Math" panose="02040503050406030204" pitchFamily="18" charset="0"/>
                                        </a:rPr>
                                      </m:ctrlPr>
                                    </m:sSupPr>
                                    <m:e>
                                      <m:r>
                                        <a:rPr lang="en-IN" i="1">
                                          <a:latin typeface="Cambria Math" panose="02040503050406030204" pitchFamily="18" charset="0"/>
                                        </a:rPr>
                                        <m:t>𝑥</m:t>
                                      </m:r>
                                    </m:e>
                                    <m:sup>
                                      <m:r>
                                        <a:rPr lang="en-IN">
                                          <a:latin typeface="Cambria Math" panose="02040503050406030204" pitchFamily="18" charset="0"/>
                                        </a:rPr>
                                        <m:t>3</m:t>
                                      </m:r>
                                    </m:sup>
                                  </m:sSup>
                                </m:num>
                                <m:den>
                                  <m:r>
                                    <a:rPr lang="en-IN">
                                      <a:latin typeface="Cambria Math" panose="02040503050406030204" pitchFamily="18" charset="0"/>
                                    </a:rPr>
                                    <m:t>3</m:t>
                                  </m:r>
                                </m:den>
                              </m:f>
                            </m:e>
                          </m:d>
                        </m:e>
                        <m:sub>
                          <m:r>
                            <a:rPr lang="en-IN">
                              <a:latin typeface="Cambria Math" panose="02040503050406030204" pitchFamily="18" charset="0"/>
                            </a:rPr>
                            <m:t>0</m:t>
                          </m:r>
                        </m:sub>
                        <m:sup>
                          <m:r>
                            <a:rPr lang="en-IN">
                              <a:latin typeface="Cambria Math" panose="02040503050406030204" pitchFamily="18" charset="0"/>
                            </a:rPr>
                            <m:t>2</m:t>
                          </m:r>
                        </m:sup>
                      </m:sSubSup>
                      <m:r>
                        <a:rPr lang="en-IN">
                          <a:latin typeface="Cambria Math" panose="02040503050406030204" pitchFamily="18" charset="0"/>
                        </a:rPr>
                        <m:t>=4−</m:t>
                      </m:r>
                      <m:f>
                        <m:fPr>
                          <m:ctrlPr>
                            <a:rPr lang="en-IN">
                              <a:latin typeface="Cambria Math" panose="02040503050406030204" pitchFamily="18" charset="0"/>
                            </a:rPr>
                          </m:ctrlPr>
                        </m:fPr>
                        <m:num>
                          <m:r>
                            <a:rPr lang="en-IN">
                              <a:latin typeface="Cambria Math" panose="02040503050406030204" pitchFamily="18" charset="0"/>
                            </a:rPr>
                            <m:t>8</m:t>
                          </m:r>
                        </m:num>
                        <m:den>
                          <m:r>
                            <a:rPr lang="en-IN">
                              <a:latin typeface="Cambria Math" panose="02040503050406030204" pitchFamily="18" charset="0"/>
                            </a:rPr>
                            <m:t>3</m:t>
                          </m:r>
                        </m:den>
                      </m:f>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4</m:t>
                          </m:r>
                        </m:num>
                        <m:den>
                          <m:r>
                            <a:rPr lang="en-IN">
                              <a:latin typeface="Cambria Math" panose="02040503050406030204" pitchFamily="18" charset="0"/>
                            </a:rPr>
                            <m:t>3</m:t>
                          </m:r>
                        </m:den>
                      </m:f>
                      <m:r>
                        <m:rPr>
                          <m:nor/>
                        </m:rPr>
                        <a:rPr lang="en-IN" i="0">
                          <a:latin typeface="Segoe Print" panose="02000600000000000000" pitchFamily="2" charset="0"/>
                        </a:rPr>
                        <m:t> sq. units</m:t>
                      </m:r>
                    </m:oMath>
                  </m:oMathPara>
                </a14:m>
                <a:endParaRPr lang="en-IN" b="1" dirty="0">
                  <a:latin typeface="Segoe Print" panose="02000600000000000000" pitchFamily="2" charset="0"/>
                </a:endParaRPr>
              </a:p>
            </p:txBody>
          </p:sp>
        </mc:Choice>
        <mc:Fallback xmlns="">
          <p:sp>
            <p:nvSpPr>
              <p:cNvPr id="4" name="TextBox 3">
                <a:extLst>
                  <a:ext uri="{FF2B5EF4-FFF2-40B4-BE49-F238E27FC236}">
                    <a16:creationId xmlns:a16="http://schemas.microsoft.com/office/drawing/2014/main" id="{A6428440-8216-A411-2DFC-2F7EF2C7FCF9}"/>
                  </a:ext>
                </a:extLst>
              </p:cNvPr>
              <p:cNvSpPr txBox="1">
                <a:spLocks noRot="1" noChangeAspect="1" noMove="1" noResize="1" noEditPoints="1" noAdjustHandles="1" noChangeArrowheads="1" noChangeShapeType="1" noTextEdit="1"/>
              </p:cNvSpPr>
              <p:nvPr/>
            </p:nvSpPr>
            <p:spPr>
              <a:xfrm>
                <a:off x="348488" y="1177020"/>
                <a:ext cx="11660632" cy="4582216"/>
              </a:xfrm>
              <a:prstGeom prst="rect">
                <a:avLst/>
              </a:prstGeom>
              <a:blipFill>
                <a:blip r:embed="rId2"/>
                <a:stretch>
                  <a:fillRect l="-418" t="-665" r="-1202"/>
                </a:stretch>
              </a:blipFill>
            </p:spPr>
            <p:txBody>
              <a:bodyPr/>
              <a:lstStyle/>
              <a:p>
                <a:r>
                  <a:rPr lang="en-IN">
                    <a:noFill/>
                  </a:rPr>
                  <a:t> </a:t>
                </a:r>
              </a:p>
            </p:txBody>
          </p:sp>
        </mc:Fallback>
      </mc:AlternateContent>
      <p:pic>
        <p:nvPicPr>
          <p:cNvPr id="7" name="Picture 6">
            <a:extLst>
              <a:ext uri="{FF2B5EF4-FFF2-40B4-BE49-F238E27FC236}">
                <a16:creationId xmlns:a16="http://schemas.microsoft.com/office/drawing/2014/main" id="{B63A0200-3866-1DCF-942D-4FD6890DD4A9}"/>
              </a:ext>
            </a:extLst>
          </p:cNvPr>
          <p:cNvPicPr>
            <a:picLocks noChangeAspect="1"/>
          </p:cNvPicPr>
          <p:nvPr/>
        </p:nvPicPr>
        <p:blipFill>
          <a:blip r:embed="rId3"/>
          <a:srcRect b="14609"/>
          <a:stretch>
            <a:fillRect/>
          </a:stretch>
        </p:blipFill>
        <p:spPr>
          <a:xfrm>
            <a:off x="8965407" y="2333227"/>
            <a:ext cx="3226593" cy="2708900"/>
          </a:xfrm>
          <a:prstGeom prst="rect">
            <a:avLst/>
          </a:prstGeom>
        </p:spPr>
      </p:pic>
    </p:spTree>
    <p:extLst>
      <p:ext uri="{BB962C8B-B14F-4D97-AF65-F5344CB8AC3E}">
        <p14:creationId xmlns:p14="http://schemas.microsoft.com/office/powerpoint/2010/main" val="29099135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FA465AB-49B2-CEAE-0CE7-C896771E21A9}"/>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5D5F17F2-FD65-C9B3-A73F-DE2C8F6998E0}"/>
                  </a:ext>
                </a:extLst>
              </p:cNvPr>
              <p:cNvSpPr txBox="1"/>
              <p:nvPr/>
            </p:nvSpPr>
            <p:spPr>
              <a:xfrm>
                <a:off x="348488" y="262620"/>
                <a:ext cx="11528552" cy="533736"/>
              </a:xfrm>
              <a:prstGeom prst="rect">
                <a:avLst/>
              </a:prstGeom>
              <a:noFill/>
            </p:spPr>
            <p:txBody>
              <a:bodyPr wrap="square" rtlCol="0">
                <a:spAutoFit/>
              </a:bodyPr>
              <a:lstStyle/>
              <a:p>
                <a:r>
                  <a:rPr lang="en-IN" b="1" dirty="0">
                    <a:latin typeface="Bahnschrift" panose="020B0502040204020203" pitchFamily="34" charset="0"/>
                  </a:rPr>
                  <a:t>Find the area of the region bounded by the ellipse </a:t>
                </a:r>
                <a14:m>
                  <m:oMath xmlns:m="http://schemas.openxmlformats.org/officeDocument/2006/math">
                    <m:f>
                      <m:fPr>
                        <m:ctrlPr>
                          <a:rPr lang="en-IN" b="1" i="1">
                            <a:latin typeface="Cambria Math" panose="02040503050406030204" pitchFamily="18" charset="0"/>
                          </a:rPr>
                        </m:ctrlPr>
                      </m:fPr>
                      <m:num>
                        <m:sSup>
                          <m:sSupPr>
                            <m:ctrlPr>
                              <a:rPr lang="en-IN" b="1" i="1">
                                <a:latin typeface="Cambria Math" panose="02040503050406030204" pitchFamily="18" charset="0"/>
                              </a:rPr>
                            </m:ctrlPr>
                          </m:sSupPr>
                          <m:e>
                            <m:r>
                              <a:rPr lang="en-IN" b="1" i="1">
                                <a:latin typeface="Cambria Math" panose="02040503050406030204" pitchFamily="18" charset="0"/>
                              </a:rPr>
                              <m:t>𝒙</m:t>
                            </m:r>
                          </m:e>
                          <m:sup>
                            <m:r>
                              <a:rPr lang="en-IN" b="1" i="1">
                                <a:latin typeface="Cambria Math" panose="02040503050406030204" pitchFamily="18" charset="0"/>
                              </a:rPr>
                              <m:t>𝟐</m:t>
                            </m:r>
                          </m:sup>
                        </m:sSup>
                      </m:num>
                      <m:den>
                        <m:sSup>
                          <m:sSupPr>
                            <m:ctrlPr>
                              <a:rPr lang="en-IN" b="1" i="1">
                                <a:latin typeface="Cambria Math" panose="02040503050406030204" pitchFamily="18" charset="0"/>
                              </a:rPr>
                            </m:ctrlPr>
                          </m:sSupPr>
                          <m:e>
                            <m:r>
                              <a:rPr lang="en-IN" b="1" i="1">
                                <a:latin typeface="Cambria Math" panose="02040503050406030204" pitchFamily="18" charset="0"/>
                              </a:rPr>
                              <m:t>𝒂</m:t>
                            </m:r>
                          </m:e>
                          <m:sup>
                            <m:r>
                              <a:rPr lang="en-IN" b="1" i="1">
                                <a:latin typeface="Cambria Math" panose="02040503050406030204" pitchFamily="18" charset="0"/>
                              </a:rPr>
                              <m:t>𝟐</m:t>
                            </m:r>
                          </m:sup>
                        </m:sSup>
                      </m:den>
                    </m:f>
                    <m:r>
                      <a:rPr lang="en-IN" b="1">
                        <a:latin typeface="Cambria Math" panose="02040503050406030204" pitchFamily="18" charset="0"/>
                      </a:rPr>
                      <m:t>+</m:t>
                    </m:r>
                    <m:f>
                      <m:fPr>
                        <m:ctrlPr>
                          <a:rPr lang="en-IN" b="1" i="1">
                            <a:latin typeface="Cambria Math" panose="02040503050406030204" pitchFamily="18" charset="0"/>
                          </a:rPr>
                        </m:ctrlPr>
                      </m:fPr>
                      <m:num>
                        <m:sSup>
                          <m:sSupPr>
                            <m:ctrlPr>
                              <a:rPr lang="en-IN" b="1" i="1">
                                <a:latin typeface="Cambria Math" panose="02040503050406030204" pitchFamily="18" charset="0"/>
                              </a:rPr>
                            </m:ctrlPr>
                          </m:sSupPr>
                          <m:e>
                            <m:r>
                              <a:rPr lang="en-IN" b="1" i="1">
                                <a:latin typeface="Cambria Math" panose="02040503050406030204" pitchFamily="18" charset="0"/>
                              </a:rPr>
                              <m:t>𝒚</m:t>
                            </m:r>
                          </m:e>
                          <m:sup>
                            <m:r>
                              <a:rPr lang="en-IN" b="1" i="1">
                                <a:latin typeface="Cambria Math" panose="02040503050406030204" pitchFamily="18" charset="0"/>
                              </a:rPr>
                              <m:t>𝟐</m:t>
                            </m:r>
                          </m:sup>
                        </m:sSup>
                      </m:num>
                      <m:den>
                        <m:sSup>
                          <m:sSupPr>
                            <m:ctrlPr>
                              <a:rPr lang="en-IN" b="1" i="1">
                                <a:latin typeface="Cambria Math" panose="02040503050406030204" pitchFamily="18" charset="0"/>
                              </a:rPr>
                            </m:ctrlPr>
                          </m:sSupPr>
                          <m:e>
                            <m:r>
                              <a:rPr lang="en-IN" b="1" i="1">
                                <a:latin typeface="Cambria Math" panose="02040503050406030204" pitchFamily="18" charset="0"/>
                              </a:rPr>
                              <m:t>𝒃</m:t>
                            </m:r>
                          </m:e>
                          <m:sup>
                            <m:r>
                              <a:rPr lang="en-IN" b="1" i="1">
                                <a:latin typeface="Cambria Math" panose="02040503050406030204" pitchFamily="18" charset="0"/>
                              </a:rPr>
                              <m:t>𝟐</m:t>
                            </m:r>
                          </m:sup>
                        </m:sSup>
                      </m:den>
                    </m:f>
                    <m:r>
                      <a:rPr lang="en-IN" b="1">
                        <a:latin typeface="Cambria Math" panose="02040503050406030204" pitchFamily="18" charset="0"/>
                      </a:rPr>
                      <m:t>=</m:t>
                    </m:r>
                    <m:r>
                      <a:rPr lang="en-IN" b="1" i="1">
                        <a:latin typeface="Cambria Math" panose="02040503050406030204" pitchFamily="18" charset="0"/>
                      </a:rPr>
                      <m:t>𝟏</m:t>
                    </m:r>
                  </m:oMath>
                </a14:m>
                <a:r>
                  <a:rPr lang="en-IN" b="1" dirty="0">
                    <a:latin typeface="Bahnschrift" panose="020B0502040204020203" pitchFamily="34" charset="0"/>
                  </a:rPr>
                  <a:t>[NCERT]. </a:t>
                </a:r>
              </a:p>
            </p:txBody>
          </p:sp>
        </mc:Choice>
        <mc:Fallback>
          <p:sp>
            <p:nvSpPr>
              <p:cNvPr id="2" name="TextBox 1">
                <a:extLst>
                  <a:ext uri="{FF2B5EF4-FFF2-40B4-BE49-F238E27FC236}">
                    <a16:creationId xmlns:a16="http://schemas.microsoft.com/office/drawing/2014/main" id="{5D5F17F2-FD65-C9B3-A73F-DE2C8F6998E0}"/>
                  </a:ext>
                </a:extLst>
              </p:cNvPr>
              <p:cNvSpPr txBox="1">
                <a:spLocks noRot="1" noChangeAspect="1" noMove="1" noResize="1" noEditPoints="1" noAdjustHandles="1" noChangeArrowheads="1" noChangeShapeType="1" noTextEdit="1"/>
              </p:cNvSpPr>
              <p:nvPr/>
            </p:nvSpPr>
            <p:spPr>
              <a:xfrm>
                <a:off x="348488" y="262620"/>
                <a:ext cx="11528552" cy="533736"/>
              </a:xfrm>
              <a:prstGeom prst="rect">
                <a:avLst/>
              </a:prstGeom>
              <a:blipFill>
                <a:blip r:embed="rId2"/>
                <a:stretch>
                  <a:fillRect l="-423" b="-68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C4BCCC1-9B7D-A594-7CB6-4A16F898F21F}"/>
                  </a:ext>
                </a:extLst>
              </p:cNvPr>
              <p:cNvSpPr txBox="1"/>
              <p:nvPr/>
            </p:nvSpPr>
            <p:spPr>
              <a:xfrm>
                <a:off x="282448" y="862060"/>
                <a:ext cx="11660632" cy="4689682"/>
              </a:xfrm>
              <a:prstGeom prst="rect">
                <a:avLst/>
              </a:prstGeom>
              <a:noFill/>
            </p:spPr>
            <p:txBody>
              <a:bodyPr wrap="square" rtlCol="0">
                <a:spAutoFit/>
              </a:bodyPr>
              <a:lstStyle/>
              <a:p>
                <a:r>
                  <a:rPr lang="en-IN" sz="1600" b="1" dirty="0">
                    <a:latin typeface="Segoe Print" panose="02000600000000000000" pitchFamily="2" charset="0"/>
                  </a:rPr>
                  <a:t>SOLUTION</a:t>
                </a:r>
                <a:endParaRPr lang="en-IN" sz="1600" dirty="0">
                  <a:latin typeface="Segoe Print" panose="02000600000000000000" pitchFamily="2" charset="0"/>
                </a:endParaRPr>
              </a:p>
              <a:p>
                <a:r>
                  <a:rPr lang="en-IN" sz="1600" dirty="0">
                    <a:latin typeface="Segoe Print" panose="02000600000000000000" pitchFamily="2" charset="0"/>
                  </a:rPr>
                  <a:t>The equation of the curve is </a:t>
                </a:r>
                <a14:m>
                  <m:oMath xmlns:m="http://schemas.openxmlformats.org/officeDocument/2006/math">
                    <m:f>
                      <m:fPr>
                        <m:ctrlPr>
                          <a:rPr lang="en-IN" sz="1600" i="1">
                            <a:latin typeface="Cambria Math" panose="02040503050406030204" pitchFamily="18" charset="0"/>
                          </a:rPr>
                        </m:ctrlPr>
                      </m:fPr>
                      <m:num>
                        <m:sSup>
                          <m:sSupPr>
                            <m:ctrlPr>
                              <a:rPr lang="en-IN" sz="1600" i="1">
                                <a:latin typeface="Cambria Math" panose="02040503050406030204" pitchFamily="18" charset="0"/>
                              </a:rPr>
                            </m:ctrlPr>
                          </m:sSupPr>
                          <m:e>
                            <m:r>
                              <a:rPr lang="en-IN" sz="1600" i="1">
                                <a:latin typeface="Cambria Math" panose="02040503050406030204" pitchFamily="18" charset="0"/>
                              </a:rPr>
                              <m:t>𝑥</m:t>
                            </m:r>
                          </m:e>
                          <m:sup>
                            <m:r>
                              <a:rPr lang="en-IN" sz="1600">
                                <a:latin typeface="Cambria Math" panose="02040503050406030204" pitchFamily="18" charset="0"/>
                              </a:rPr>
                              <m:t>2</m:t>
                            </m:r>
                          </m:sup>
                        </m:sSup>
                      </m:num>
                      <m:den>
                        <m:sSup>
                          <m:sSupPr>
                            <m:ctrlPr>
                              <a:rPr lang="en-IN" sz="1600" i="1">
                                <a:latin typeface="Cambria Math" panose="02040503050406030204" pitchFamily="18" charset="0"/>
                              </a:rPr>
                            </m:ctrlPr>
                          </m:sSupPr>
                          <m:e>
                            <m:r>
                              <a:rPr lang="en-IN" sz="1600" i="1">
                                <a:latin typeface="Cambria Math" panose="02040503050406030204" pitchFamily="18" charset="0"/>
                              </a:rPr>
                              <m:t>𝑎</m:t>
                            </m:r>
                          </m:e>
                          <m:sup>
                            <m:r>
                              <a:rPr lang="en-IN" sz="1600">
                                <a:latin typeface="Cambria Math" panose="02040503050406030204" pitchFamily="18" charset="0"/>
                              </a:rPr>
                              <m:t>2</m:t>
                            </m:r>
                          </m:sup>
                        </m:sSup>
                      </m:den>
                    </m:f>
                    <m:r>
                      <a:rPr lang="en-IN" sz="1600">
                        <a:latin typeface="Cambria Math" panose="02040503050406030204" pitchFamily="18" charset="0"/>
                      </a:rPr>
                      <m:t>+</m:t>
                    </m:r>
                    <m:f>
                      <m:fPr>
                        <m:ctrlPr>
                          <a:rPr lang="en-IN" sz="1600" i="1">
                            <a:latin typeface="Cambria Math" panose="02040503050406030204" pitchFamily="18" charset="0"/>
                          </a:rPr>
                        </m:ctrlPr>
                      </m:fPr>
                      <m:num>
                        <m:sSup>
                          <m:sSupPr>
                            <m:ctrlPr>
                              <a:rPr lang="en-IN" sz="1600" i="1">
                                <a:latin typeface="Cambria Math" panose="02040503050406030204" pitchFamily="18" charset="0"/>
                              </a:rPr>
                            </m:ctrlPr>
                          </m:sSupPr>
                          <m:e>
                            <m:r>
                              <a:rPr lang="en-IN" sz="1600" i="1">
                                <a:latin typeface="Cambria Math" panose="02040503050406030204" pitchFamily="18" charset="0"/>
                              </a:rPr>
                              <m:t>𝑦</m:t>
                            </m:r>
                          </m:e>
                          <m:sup>
                            <m:r>
                              <a:rPr lang="en-IN" sz="1600">
                                <a:latin typeface="Cambria Math" panose="02040503050406030204" pitchFamily="18" charset="0"/>
                              </a:rPr>
                              <m:t>2</m:t>
                            </m:r>
                          </m:sup>
                        </m:sSup>
                      </m:num>
                      <m:den>
                        <m:sSup>
                          <m:sSupPr>
                            <m:ctrlPr>
                              <a:rPr lang="en-IN" sz="1600" i="1">
                                <a:latin typeface="Cambria Math" panose="02040503050406030204" pitchFamily="18" charset="0"/>
                              </a:rPr>
                            </m:ctrlPr>
                          </m:sSupPr>
                          <m:e>
                            <m:r>
                              <a:rPr lang="en-IN" sz="1600" i="1">
                                <a:latin typeface="Cambria Math" panose="02040503050406030204" pitchFamily="18" charset="0"/>
                              </a:rPr>
                              <m:t>𝑏</m:t>
                            </m:r>
                          </m:e>
                          <m:sup>
                            <m:r>
                              <a:rPr lang="en-IN" sz="1600">
                                <a:latin typeface="Cambria Math" panose="02040503050406030204" pitchFamily="18" charset="0"/>
                              </a:rPr>
                              <m:t>2</m:t>
                            </m:r>
                          </m:sup>
                        </m:sSup>
                      </m:den>
                    </m:f>
                    <m:r>
                      <a:rPr lang="en-IN" sz="1600">
                        <a:latin typeface="Cambria Math" panose="02040503050406030204" pitchFamily="18" charset="0"/>
                      </a:rPr>
                      <m:t>=1</m:t>
                    </m:r>
                  </m:oMath>
                </a14:m>
                <a:r>
                  <a:rPr lang="en-IN" sz="1600" dirty="0">
                    <a:latin typeface="Segoe Print" panose="02000600000000000000" pitchFamily="2" charset="0"/>
                  </a:rPr>
                  <a:t>. In this equation all powers of </a:t>
                </a:r>
                <a14:m>
                  <m:oMath xmlns:m="http://schemas.openxmlformats.org/officeDocument/2006/math">
                    <m:r>
                      <a:rPr lang="en-IN" sz="1600" i="1">
                        <a:latin typeface="Cambria Math" panose="02040503050406030204" pitchFamily="18" charset="0"/>
                      </a:rPr>
                      <m:t>𝑥</m:t>
                    </m:r>
                  </m:oMath>
                </a14:m>
                <a:r>
                  <a:rPr lang="en-IN" sz="1600" dirty="0">
                    <a:latin typeface="Segoe Print" panose="02000600000000000000" pitchFamily="2" charset="0"/>
                  </a:rPr>
                  <a:t>and </a:t>
                </a:r>
                <a14:m>
                  <m:oMath xmlns:m="http://schemas.openxmlformats.org/officeDocument/2006/math">
                    <m:r>
                      <a:rPr lang="en-IN" sz="1600" i="1">
                        <a:latin typeface="Cambria Math" panose="02040503050406030204" pitchFamily="18" charset="0"/>
                      </a:rPr>
                      <m:t>𝑦</m:t>
                    </m:r>
                  </m:oMath>
                </a14:m>
                <a:r>
                  <a:rPr lang="en-IN" sz="1600" dirty="0">
                    <a:latin typeface="Segoe Print" panose="02000600000000000000" pitchFamily="2" charset="0"/>
                  </a:rPr>
                  <a:t>both are even. So, it is symmetrical about both the axes as shown in Fig. 20.8. </a:t>
                </a:r>
              </a:p>
              <a:p>
                <a:endParaRPr lang="en-IN" sz="1600" dirty="0">
                  <a:latin typeface="Segoe Print" panose="02000600000000000000" pitchFamily="2" charset="0"/>
                </a:endParaRPr>
              </a:p>
              <a:p>
                <a:pPr/>
                <a14:m>
                  <m:oMathPara xmlns:m="http://schemas.openxmlformats.org/officeDocument/2006/math">
                    <m:oMath>
                      <m:r>
                        <a:rPr lang="en-IN" sz="1600">
                          <a:latin typeface="Cambria Math" panose="02040503050406030204" pitchFamily="18" charset="0"/>
                        </a:rPr>
                        <m:t>∴</m:t>
                      </m:r>
                      <m:r>
                        <m:rPr>
                          <m:nor/>
                        </m:rPr>
                        <a:rPr lang="en-IN" sz="1600" i="0">
                          <a:latin typeface="Segoe Print" panose="02000600000000000000" pitchFamily="2" charset="0"/>
                        </a:rPr>
                        <m:t>Area enclosed by the ellipse</m:t>
                      </m:r>
                      <m:r>
                        <a:rPr lang="en-IN" sz="1600">
                          <a:latin typeface="Cambria Math" panose="02040503050406030204" pitchFamily="18" charset="0"/>
                        </a:rPr>
                        <m:t>=4×</m:t>
                      </m:r>
                      <m:d>
                        <m:dPr>
                          <m:begChr m:val="["/>
                          <m:endChr m:val="]"/>
                          <m:ctrlPr>
                            <a:rPr lang="en-IN" sz="1600" i="0">
                              <a:latin typeface="Segoe Print" panose="02000600000000000000" pitchFamily="2" charset="0"/>
                            </a:rPr>
                          </m:ctrlPr>
                        </m:dPr>
                        <m:e>
                          <m:r>
                            <m:rPr>
                              <m:nor/>
                            </m:rPr>
                            <a:rPr lang="en-IN" sz="1600" i="0">
                              <a:latin typeface="Segoe Print" panose="02000600000000000000" pitchFamily="2" charset="0"/>
                            </a:rPr>
                            <m:t>Area enclosed by the ellipse and the coordinate axes in the first quadrant</m:t>
                          </m:r>
                        </m:e>
                      </m:d>
                    </m:oMath>
                  </m:oMathPara>
                </a14:m>
                <a:endParaRPr lang="en-IN" sz="1600" dirty="0">
                  <a:latin typeface="Segoe Print" panose="02000600000000000000" pitchFamily="2" charset="0"/>
                </a:endParaRPr>
              </a:p>
              <a:p>
                <a:r>
                  <a:rPr lang="en-IN" sz="1600" dirty="0">
                    <a:latin typeface="Segoe Print" panose="02000600000000000000" pitchFamily="2" charset="0"/>
                  </a:rPr>
                  <a:t>Here, we slice the area in first quadrant into vertical strips. We observe that each vertical strip has its lower end on </a:t>
                </a:r>
                <a14:m>
                  <m:oMath xmlns:m="http://schemas.openxmlformats.org/officeDocument/2006/math">
                    <m:r>
                      <a:rPr lang="en-IN" sz="1600" i="1">
                        <a:latin typeface="Cambria Math" panose="02040503050406030204" pitchFamily="18" charset="0"/>
                      </a:rPr>
                      <m:t>𝑥</m:t>
                    </m:r>
                  </m:oMath>
                </a14:m>
                <a:r>
                  <a:rPr lang="en-IN" sz="1600" dirty="0">
                    <a:latin typeface="Segoe Print" panose="02000600000000000000" pitchFamily="2" charset="0"/>
                  </a:rPr>
                  <a:t>-axis and the upper end on the ellipse. So, the approximating rectangle shown in Fig. 20.8 has width </a:t>
                </a:r>
                <a14:m>
                  <m:oMath xmlns:m="http://schemas.openxmlformats.org/officeDocument/2006/math">
                    <m:r>
                      <a:rPr lang="en-IN" sz="1600">
                        <a:latin typeface="Cambria Math" panose="02040503050406030204" pitchFamily="18" charset="0"/>
                      </a:rPr>
                      <m:t>=</m:t>
                    </m:r>
                    <m:r>
                      <a:rPr lang="en-IN" sz="1600" i="1">
                        <a:latin typeface="Cambria Math" panose="02040503050406030204" pitchFamily="18" charset="0"/>
                      </a:rPr>
                      <m:t>𝑑𝑥</m:t>
                    </m:r>
                  </m:oMath>
                </a14:m>
                <a:r>
                  <a:rPr lang="en-IN" sz="1600" dirty="0">
                    <a:latin typeface="Segoe Print" panose="02000600000000000000" pitchFamily="2" charset="0"/>
                  </a:rPr>
                  <a:t>, length </a:t>
                </a:r>
                <a14:m>
                  <m:oMath xmlns:m="http://schemas.openxmlformats.org/officeDocument/2006/math">
                    <m:r>
                      <a:rPr lang="en-IN" sz="1600">
                        <a:latin typeface="Cambria Math" panose="02040503050406030204" pitchFamily="18" charset="0"/>
                      </a:rPr>
                      <m:t>=|</m:t>
                    </m:r>
                    <m:r>
                      <a:rPr lang="en-IN" sz="1600" i="1">
                        <a:latin typeface="Cambria Math" panose="02040503050406030204" pitchFamily="18" charset="0"/>
                      </a:rPr>
                      <m:t>𝑦</m:t>
                    </m:r>
                    <m:r>
                      <a:rPr lang="en-IN" sz="1600">
                        <a:latin typeface="Cambria Math" panose="02040503050406030204" pitchFamily="18" charset="0"/>
                      </a:rPr>
                      <m:t>|</m:t>
                    </m:r>
                  </m:oMath>
                </a14:m>
                <a:r>
                  <a:rPr lang="en-IN" sz="1600" dirty="0">
                    <a:latin typeface="Segoe Print" panose="02000600000000000000" pitchFamily="2" charset="0"/>
                  </a:rPr>
                  <a:t>, and area </a:t>
                </a:r>
                <a14:m>
                  <m:oMath xmlns:m="http://schemas.openxmlformats.org/officeDocument/2006/math">
                    <m:r>
                      <a:rPr lang="en-IN" sz="1600">
                        <a:latin typeface="Cambria Math" panose="02040503050406030204" pitchFamily="18" charset="0"/>
                      </a:rPr>
                      <m:t>=|</m:t>
                    </m:r>
                    <m:r>
                      <a:rPr lang="en-IN" sz="1600" i="1">
                        <a:latin typeface="Cambria Math" panose="02040503050406030204" pitchFamily="18" charset="0"/>
                      </a:rPr>
                      <m:t>𝑦</m:t>
                    </m:r>
                    <m:r>
                      <a:rPr lang="en-IN" sz="1600">
                        <a:latin typeface="Cambria Math" panose="02040503050406030204" pitchFamily="18" charset="0"/>
                      </a:rPr>
                      <m:t>| </m:t>
                    </m:r>
                    <m:r>
                      <a:rPr lang="en-IN" sz="1600" i="1">
                        <a:latin typeface="Cambria Math" panose="02040503050406030204" pitchFamily="18" charset="0"/>
                      </a:rPr>
                      <m:t>𝑑𝑥</m:t>
                    </m:r>
                  </m:oMath>
                </a14:m>
                <a:r>
                  <a:rPr lang="en-IN" sz="1600" dirty="0">
                    <a:latin typeface="Segoe Print" panose="02000600000000000000" pitchFamily="2" charset="0"/>
                  </a:rPr>
                  <a:t>. The approximating rectangle can move between </a:t>
                </a:r>
                <a14:m>
                  <m:oMath xmlns:m="http://schemas.openxmlformats.org/officeDocument/2006/math">
                    <m:r>
                      <a:rPr lang="en-IN" sz="1600" i="1">
                        <a:latin typeface="Cambria Math" panose="02040503050406030204" pitchFamily="18" charset="0"/>
                      </a:rPr>
                      <m:t>𝑥</m:t>
                    </m:r>
                    <m:r>
                      <a:rPr lang="en-IN" sz="1600">
                        <a:latin typeface="Cambria Math" panose="02040503050406030204" pitchFamily="18" charset="0"/>
                      </a:rPr>
                      <m:t>=0</m:t>
                    </m:r>
                  </m:oMath>
                </a14:m>
                <a:r>
                  <a:rPr lang="en-IN" sz="1600" dirty="0">
                    <a:latin typeface="Segoe Print" panose="02000600000000000000" pitchFamily="2" charset="0"/>
                  </a:rPr>
                  <a:t>and </a:t>
                </a:r>
                <a14:m>
                  <m:oMath xmlns:m="http://schemas.openxmlformats.org/officeDocument/2006/math">
                    <m:r>
                      <a:rPr lang="en-IN" sz="1600" i="1">
                        <a:latin typeface="Cambria Math" panose="02040503050406030204" pitchFamily="18" charset="0"/>
                      </a:rPr>
                      <m:t>𝑥</m:t>
                    </m:r>
                    <m:r>
                      <a:rPr lang="en-IN" sz="1600">
                        <a:latin typeface="Cambria Math" panose="02040503050406030204" pitchFamily="18" charset="0"/>
                      </a:rPr>
                      <m:t>=</m:t>
                    </m:r>
                    <m:r>
                      <a:rPr lang="en-IN" sz="1600" i="1">
                        <a:latin typeface="Cambria Math" panose="02040503050406030204" pitchFamily="18" charset="0"/>
                      </a:rPr>
                      <m:t>𝑎</m:t>
                    </m:r>
                  </m:oMath>
                </a14:m>
                <a:r>
                  <a:rPr lang="en-IN" sz="1600" dirty="0">
                    <a:latin typeface="Segoe Print" panose="02000600000000000000" pitchFamily="2" charset="0"/>
                  </a:rPr>
                  <a:t>. So, required area </a:t>
                </a:r>
                <a14:m>
                  <m:oMath xmlns:m="http://schemas.openxmlformats.org/officeDocument/2006/math">
                    <m:r>
                      <a:rPr lang="en-IN" sz="1600" i="1">
                        <a:latin typeface="Cambria Math" panose="02040503050406030204" pitchFamily="18" charset="0"/>
                      </a:rPr>
                      <m:t>𝐴</m:t>
                    </m:r>
                  </m:oMath>
                </a14:m>
                <a:r>
                  <a:rPr lang="en-IN" sz="1600" dirty="0">
                    <a:latin typeface="Segoe Print" panose="02000600000000000000" pitchFamily="2" charset="0"/>
                  </a:rPr>
                  <a:t>is given by:--</a:t>
                </a:r>
              </a:p>
              <a:p>
                <a:pPr/>
                <a14:m>
                  <m:oMathPara xmlns:m="http://schemas.openxmlformats.org/officeDocument/2006/math">
                    <m:oMath>
                      <m:r>
                        <a:rPr lang="en-IN" sz="1600" i="1">
                          <a:latin typeface="Cambria Math" panose="02040503050406030204" pitchFamily="18" charset="0"/>
                        </a:rPr>
                        <m:t>𝐴</m:t>
                      </m:r>
                      <m:r>
                        <a:rPr lang="en-IN" sz="1600">
                          <a:latin typeface="Cambria Math" panose="02040503050406030204" pitchFamily="18" charset="0"/>
                        </a:rPr>
                        <m:t>=4</m:t>
                      </m:r>
                      <m:nary>
                        <m:naryPr>
                          <m:limLoc m:val="subSup"/>
                          <m:ctrlPr>
                            <a:rPr lang="en-IN" sz="1600">
                              <a:latin typeface="Cambria Math" panose="02040503050406030204" pitchFamily="18" charset="0"/>
                            </a:rPr>
                          </m:ctrlPr>
                        </m:naryPr>
                        <m:sub>
                          <m:r>
                            <a:rPr lang="en-IN" sz="1600">
                              <a:latin typeface="Cambria Math" panose="02040503050406030204" pitchFamily="18" charset="0"/>
                            </a:rPr>
                            <m:t>0</m:t>
                          </m:r>
                        </m:sub>
                        <m:sup>
                          <m:r>
                            <a:rPr lang="en-IN" sz="1600" i="1">
                              <a:latin typeface="Cambria Math" panose="02040503050406030204" pitchFamily="18" charset="0"/>
                            </a:rPr>
                            <m:t>𝑎</m:t>
                          </m:r>
                        </m:sup>
                        <m:e>
                          <m:r>
                            <a:rPr lang="en-IN" sz="1600">
                              <a:latin typeface="Cambria Math" panose="02040503050406030204" pitchFamily="18" charset="0"/>
                            </a:rPr>
                            <m:t>|</m:t>
                          </m:r>
                        </m:e>
                      </m:nary>
                      <m:r>
                        <a:rPr lang="en-IN" sz="1600" i="1">
                          <a:latin typeface="Cambria Math" panose="02040503050406030204" pitchFamily="18" charset="0"/>
                        </a:rPr>
                        <m:t>𝑦</m:t>
                      </m:r>
                      <m:r>
                        <a:rPr lang="en-IN" sz="1600">
                          <a:latin typeface="Cambria Math" panose="02040503050406030204" pitchFamily="18" charset="0"/>
                        </a:rPr>
                        <m:t>| </m:t>
                      </m:r>
                      <m:r>
                        <a:rPr lang="en-IN" sz="1600" i="1">
                          <a:latin typeface="Cambria Math" panose="02040503050406030204" pitchFamily="18" charset="0"/>
                        </a:rPr>
                        <m:t>𝑑𝑥</m:t>
                      </m:r>
                      <m:r>
                        <a:rPr lang="en-IN" sz="1600">
                          <a:latin typeface="Cambria Math" panose="02040503050406030204" pitchFamily="18" charset="0"/>
                        </a:rPr>
                        <m:t>=4</m:t>
                      </m:r>
                      <m:nary>
                        <m:naryPr>
                          <m:limLoc m:val="subSup"/>
                          <m:ctrlPr>
                            <a:rPr lang="en-IN" sz="1600">
                              <a:latin typeface="Cambria Math" panose="02040503050406030204" pitchFamily="18" charset="0"/>
                            </a:rPr>
                          </m:ctrlPr>
                        </m:naryPr>
                        <m:sub>
                          <m:r>
                            <a:rPr lang="en-IN" sz="1600">
                              <a:latin typeface="Cambria Math" panose="02040503050406030204" pitchFamily="18" charset="0"/>
                            </a:rPr>
                            <m:t>0</m:t>
                          </m:r>
                        </m:sub>
                        <m:sup>
                          <m:r>
                            <a:rPr lang="en-IN" sz="1600" i="1">
                              <a:latin typeface="Cambria Math" panose="02040503050406030204" pitchFamily="18" charset="0"/>
                            </a:rPr>
                            <m:t>𝑎</m:t>
                          </m:r>
                        </m:sup>
                        <m:e>
                          <m:r>
                            <a:rPr lang="en-IN" sz="1600" i="1">
                              <a:latin typeface="Cambria Math" panose="02040503050406030204" pitchFamily="18" charset="0"/>
                            </a:rPr>
                            <m:t>𝑦</m:t>
                          </m:r>
                        </m:e>
                      </m:nary>
                      <m:r>
                        <a:rPr lang="en-IN" sz="1600">
                          <a:latin typeface="Cambria Math" panose="02040503050406030204" pitchFamily="18" charset="0"/>
                        </a:rPr>
                        <m:t> </m:t>
                      </m:r>
                      <m:r>
                        <a:rPr lang="en-IN" sz="1600" i="1">
                          <a:latin typeface="Cambria Math" panose="02040503050406030204" pitchFamily="18" charset="0"/>
                        </a:rPr>
                        <m:t>𝑑𝑥</m:t>
                      </m:r>
                      <m:r>
                        <a:rPr lang="en-IN" sz="1600">
                          <a:latin typeface="Cambria Math" panose="02040503050406030204" pitchFamily="18" charset="0"/>
                        </a:rPr>
                        <m:t> </m:t>
                      </m:r>
                      <m:d>
                        <m:dPr>
                          <m:begChr m:val="["/>
                          <m:endChr m:val="]"/>
                          <m:ctrlPr>
                            <a:rPr lang="en-IN" sz="1600">
                              <a:latin typeface="Cambria Math" panose="02040503050406030204" pitchFamily="18" charset="0"/>
                            </a:rPr>
                          </m:ctrlPr>
                        </m:dPr>
                        <m:e>
                          <m:r>
                            <a:rPr lang="en-IN" sz="1600">
                              <a:latin typeface="Cambria Math" panose="02040503050406030204" pitchFamily="18" charset="0"/>
                            </a:rPr>
                            <m:t>∵</m:t>
                          </m:r>
                          <m:r>
                            <a:rPr lang="en-IN" sz="1600" i="1">
                              <a:latin typeface="Cambria Math" panose="02040503050406030204" pitchFamily="18" charset="0"/>
                            </a:rPr>
                            <m:t>𝑦</m:t>
                          </m:r>
                          <m:r>
                            <a:rPr lang="en-IN" sz="1600">
                              <a:latin typeface="Cambria Math" panose="02040503050406030204" pitchFamily="18" charset="0"/>
                            </a:rPr>
                            <m:t>≥0∴|</m:t>
                          </m:r>
                          <m:r>
                            <a:rPr lang="en-IN" sz="1600" i="1">
                              <a:latin typeface="Cambria Math" panose="02040503050406030204" pitchFamily="18" charset="0"/>
                            </a:rPr>
                            <m:t>𝑦</m:t>
                          </m:r>
                          <m:r>
                            <a:rPr lang="en-IN" sz="1600">
                              <a:latin typeface="Cambria Math" panose="02040503050406030204" pitchFamily="18" charset="0"/>
                            </a:rPr>
                            <m:t>|=</m:t>
                          </m:r>
                          <m:r>
                            <a:rPr lang="en-IN" sz="1600" i="1">
                              <a:latin typeface="Cambria Math" panose="02040503050406030204" pitchFamily="18" charset="0"/>
                            </a:rPr>
                            <m:t>𝑦</m:t>
                          </m:r>
                        </m:e>
                      </m:d>
                      <m:r>
                        <a:rPr lang="en-IN" sz="1600">
                          <a:latin typeface="Cambria Math" panose="02040503050406030204" pitchFamily="18" charset="0"/>
                        </a:rPr>
                        <m:t>⇒=4</m:t>
                      </m:r>
                      <m:nary>
                        <m:naryPr>
                          <m:limLoc m:val="subSup"/>
                          <m:ctrlPr>
                            <a:rPr lang="en-IN" sz="1600">
                              <a:latin typeface="Cambria Math" panose="02040503050406030204" pitchFamily="18" charset="0"/>
                            </a:rPr>
                          </m:ctrlPr>
                        </m:naryPr>
                        <m:sub>
                          <m:r>
                            <a:rPr lang="en-IN" sz="1600">
                              <a:latin typeface="Cambria Math" panose="02040503050406030204" pitchFamily="18" charset="0"/>
                            </a:rPr>
                            <m:t>0</m:t>
                          </m:r>
                        </m:sub>
                        <m:sup>
                          <m:r>
                            <a:rPr lang="en-IN" sz="1600" i="1">
                              <a:latin typeface="Cambria Math" panose="02040503050406030204" pitchFamily="18" charset="0"/>
                            </a:rPr>
                            <m:t>𝑎</m:t>
                          </m:r>
                        </m:sup>
                        <m:e>
                          <m:f>
                            <m:fPr>
                              <m:ctrlPr>
                                <a:rPr lang="en-IN" sz="1600" i="1">
                                  <a:latin typeface="Cambria Math" panose="02040503050406030204" pitchFamily="18" charset="0"/>
                                </a:rPr>
                              </m:ctrlPr>
                            </m:fPr>
                            <m:num>
                              <m:r>
                                <a:rPr lang="en-IN" sz="1600" i="1">
                                  <a:latin typeface="Cambria Math" panose="02040503050406030204" pitchFamily="18" charset="0"/>
                                </a:rPr>
                                <m:t>𝑏</m:t>
                              </m:r>
                            </m:num>
                            <m:den>
                              <m:r>
                                <a:rPr lang="en-IN" sz="1600" i="1">
                                  <a:latin typeface="Cambria Math" panose="02040503050406030204" pitchFamily="18" charset="0"/>
                                </a:rPr>
                                <m:t>𝑎</m:t>
                              </m:r>
                            </m:den>
                          </m:f>
                        </m:e>
                      </m:nary>
                      <m:rad>
                        <m:radPr>
                          <m:degHide m:val="on"/>
                          <m:ctrlPr>
                            <a:rPr lang="en-IN" sz="1600" i="1">
                              <a:latin typeface="Cambria Math" panose="02040503050406030204" pitchFamily="18" charset="0"/>
                            </a:rPr>
                          </m:ctrlPr>
                        </m:radPr>
                        <m:deg/>
                        <m:e>
                          <m:sSup>
                            <m:sSupPr>
                              <m:ctrlPr>
                                <a:rPr lang="en-IN" sz="1600" i="1">
                                  <a:latin typeface="Cambria Math" panose="02040503050406030204" pitchFamily="18" charset="0"/>
                                </a:rPr>
                              </m:ctrlPr>
                            </m:sSupPr>
                            <m:e>
                              <m:r>
                                <a:rPr lang="en-IN" sz="1600" i="1">
                                  <a:latin typeface="Cambria Math" panose="02040503050406030204" pitchFamily="18" charset="0"/>
                                </a:rPr>
                                <m:t>𝑎</m:t>
                              </m:r>
                            </m:e>
                            <m:sup>
                              <m:r>
                                <a:rPr lang="en-IN" sz="1600">
                                  <a:latin typeface="Cambria Math" panose="02040503050406030204" pitchFamily="18" charset="0"/>
                                </a:rPr>
                                <m:t>2</m:t>
                              </m:r>
                            </m:sup>
                          </m:sSup>
                          <m:r>
                            <a:rPr lang="en-IN" sz="1600">
                              <a:latin typeface="Cambria Math" panose="02040503050406030204" pitchFamily="18" charset="0"/>
                            </a:rPr>
                            <m:t>−</m:t>
                          </m:r>
                          <m:sSup>
                            <m:sSupPr>
                              <m:ctrlPr>
                                <a:rPr lang="en-IN" sz="1600" i="1">
                                  <a:latin typeface="Cambria Math" panose="02040503050406030204" pitchFamily="18" charset="0"/>
                                </a:rPr>
                              </m:ctrlPr>
                            </m:sSupPr>
                            <m:e>
                              <m:r>
                                <a:rPr lang="en-IN" sz="1600" i="1">
                                  <a:latin typeface="Cambria Math" panose="02040503050406030204" pitchFamily="18" charset="0"/>
                                </a:rPr>
                                <m:t>𝑥</m:t>
                              </m:r>
                            </m:e>
                            <m:sup>
                              <m:r>
                                <a:rPr lang="en-IN" sz="1600">
                                  <a:latin typeface="Cambria Math" panose="02040503050406030204" pitchFamily="18" charset="0"/>
                                </a:rPr>
                                <m:t>2</m:t>
                              </m:r>
                            </m:sup>
                          </m:sSup>
                        </m:e>
                      </m:rad>
                      <m:r>
                        <a:rPr lang="en-IN" sz="1600">
                          <a:latin typeface="Cambria Math" panose="02040503050406030204" pitchFamily="18" charset="0"/>
                        </a:rPr>
                        <m:t> </m:t>
                      </m:r>
                      <m:r>
                        <a:rPr lang="en-IN" sz="1600" i="1">
                          <a:latin typeface="Cambria Math" panose="02040503050406030204" pitchFamily="18" charset="0"/>
                        </a:rPr>
                        <m:t>𝑑𝑥</m:t>
                      </m:r>
                      <m:r>
                        <a:rPr lang="en-IN" sz="1600">
                          <a:latin typeface="Cambria Math" panose="02040503050406030204" pitchFamily="18" charset="0"/>
                        </a:rPr>
                        <m:t> </m:t>
                      </m:r>
                      <m:d>
                        <m:dPr>
                          <m:begChr m:val="["/>
                          <m:endChr m:val="]"/>
                          <m:ctrlPr>
                            <a:rPr lang="en-IN" sz="1600">
                              <a:latin typeface="Cambria Math" panose="02040503050406030204" pitchFamily="18" charset="0"/>
                            </a:rPr>
                          </m:ctrlPr>
                        </m:dPr>
                        <m:e>
                          <m:r>
                            <a:rPr lang="en-IN" sz="1600">
                              <a:latin typeface="Cambria Math" panose="02040503050406030204" pitchFamily="18" charset="0"/>
                            </a:rPr>
                            <m:t>∵</m:t>
                          </m:r>
                          <m:r>
                            <a:rPr lang="en-IN" sz="1600" i="1">
                              <a:latin typeface="Cambria Math" panose="02040503050406030204" pitchFamily="18" charset="0"/>
                            </a:rPr>
                            <m:t>𝑃</m:t>
                          </m:r>
                          <m:d>
                            <m:dPr>
                              <m:ctrlPr>
                                <a:rPr lang="en-IN" sz="1600" i="1">
                                  <a:latin typeface="Cambria Math" panose="02040503050406030204" pitchFamily="18" charset="0"/>
                                </a:rPr>
                              </m:ctrlPr>
                            </m:dPr>
                            <m:e>
                              <m:r>
                                <a:rPr lang="en-IN" sz="1600" i="1">
                                  <a:latin typeface="Cambria Math" panose="02040503050406030204" pitchFamily="18" charset="0"/>
                                </a:rPr>
                                <m:t>𝑥</m:t>
                              </m:r>
                              <m:r>
                                <a:rPr lang="en-IN" sz="1600">
                                  <a:latin typeface="Cambria Math" panose="02040503050406030204" pitchFamily="18" charset="0"/>
                                </a:rPr>
                                <m:t>,</m:t>
                              </m:r>
                              <m:r>
                                <a:rPr lang="en-IN" sz="1600" i="1">
                                  <a:latin typeface="Cambria Math" panose="02040503050406030204" pitchFamily="18" charset="0"/>
                                </a:rPr>
                                <m:t>𝑦</m:t>
                              </m:r>
                            </m:e>
                          </m:d>
                          <m:r>
                            <m:rPr>
                              <m:nor/>
                            </m:rPr>
                            <a:rPr lang="en-IN" sz="1600" i="0">
                              <a:latin typeface="Segoe Print" panose="02000600000000000000" pitchFamily="2" charset="0"/>
                            </a:rPr>
                            <m:t> lies on </m:t>
                          </m:r>
                          <m:f>
                            <m:fPr>
                              <m:ctrlPr>
                                <a:rPr lang="en-IN" sz="1600" i="1">
                                  <a:latin typeface="Cambria Math" panose="02040503050406030204" pitchFamily="18" charset="0"/>
                                </a:rPr>
                              </m:ctrlPr>
                            </m:fPr>
                            <m:num>
                              <m:sSup>
                                <m:sSupPr>
                                  <m:ctrlPr>
                                    <a:rPr lang="en-IN" sz="1600" i="1">
                                      <a:latin typeface="Cambria Math" panose="02040503050406030204" pitchFamily="18" charset="0"/>
                                    </a:rPr>
                                  </m:ctrlPr>
                                </m:sSupPr>
                                <m:e>
                                  <m:r>
                                    <a:rPr lang="en-IN" sz="1600" i="1">
                                      <a:latin typeface="Cambria Math" panose="02040503050406030204" pitchFamily="18" charset="0"/>
                                    </a:rPr>
                                    <m:t>𝑥</m:t>
                                  </m:r>
                                </m:e>
                                <m:sup>
                                  <m:r>
                                    <a:rPr lang="en-IN" sz="1600">
                                      <a:latin typeface="Cambria Math" panose="02040503050406030204" pitchFamily="18" charset="0"/>
                                    </a:rPr>
                                    <m:t>2</m:t>
                                  </m:r>
                                </m:sup>
                              </m:sSup>
                            </m:num>
                            <m:den>
                              <m:sSup>
                                <m:sSupPr>
                                  <m:ctrlPr>
                                    <a:rPr lang="en-IN" sz="1600" i="1">
                                      <a:latin typeface="Cambria Math" panose="02040503050406030204" pitchFamily="18" charset="0"/>
                                    </a:rPr>
                                  </m:ctrlPr>
                                </m:sSupPr>
                                <m:e>
                                  <m:r>
                                    <a:rPr lang="en-IN" sz="1600" i="1">
                                      <a:latin typeface="Cambria Math" panose="02040503050406030204" pitchFamily="18" charset="0"/>
                                    </a:rPr>
                                    <m:t>𝑎</m:t>
                                  </m:r>
                                </m:e>
                                <m:sup>
                                  <m:r>
                                    <a:rPr lang="en-IN" sz="1600">
                                      <a:latin typeface="Cambria Math" panose="02040503050406030204" pitchFamily="18" charset="0"/>
                                    </a:rPr>
                                    <m:t>2</m:t>
                                  </m:r>
                                </m:sup>
                              </m:sSup>
                            </m:den>
                          </m:f>
                          <m:r>
                            <a:rPr lang="en-IN" sz="1600">
                              <a:latin typeface="Cambria Math" panose="02040503050406030204" pitchFamily="18" charset="0"/>
                            </a:rPr>
                            <m:t>+</m:t>
                          </m:r>
                          <m:f>
                            <m:fPr>
                              <m:ctrlPr>
                                <a:rPr lang="en-IN" sz="1600" i="1">
                                  <a:latin typeface="Cambria Math" panose="02040503050406030204" pitchFamily="18" charset="0"/>
                                </a:rPr>
                              </m:ctrlPr>
                            </m:fPr>
                            <m:num>
                              <m:sSup>
                                <m:sSupPr>
                                  <m:ctrlPr>
                                    <a:rPr lang="en-IN" sz="1600" i="1">
                                      <a:latin typeface="Cambria Math" panose="02040503050406030204" pitchFamily="18" charset="0"/>
                                    </a:rPr>
                                  </m:ctrlPr>
                                </m:sSupPr>
                                <m:e>
                                  <m:r>
                                    <a:rPr lang="en-IN" sz="1600" i="1">
                                      <a:latin typeface="Cambria Math" panose="02040503050406030204" pitchFamily="18" charset="0"/>
                                    </a:rPr>
                                    <m:t>𝑦</m:t>
                                  </m:r>
                                </m:e>
                                <m:sup>
                                  <m:r>
                                    <a:rPr lang="en-IN" sz="1600">
                                      <a:latin typeface="Cambria Math" panose="02040503050406030204" pitchFamily="18" charset="0"/>
                                    </a:rPr>
                                    <m:t>2</m:t>
                                  </m:r>
                                </m:sup>
                              </m:sSup>
                            </m:num>
                            <m:den>
                              <m:sSup>
                                <m:sSupPr>
                                  <m:ctrlPr>
                                    <a:rPr lang="en-IN" sz="1600" i="1">
                                      <a:latin typeface="Cambria Math" panose="02040503050406030204" pitchFamily="18" charset="0"/>
                                    </a:rPr>
                                  </m:ctrlPr>
                                </m:sSupPr>
                                <m:e>
                                  <m:r>
                                    <a:rPr lang="en-IN" sz="1600" i="1">
                                      <a:latin typeface="Cambria Math" panose="02040503050406030204" pitchFamily="18" charset="0"/>
                                    </a:rPr>
                                    <m:t>𝑏</m:t>
                                  </m:r>
                                </m:e>
                                <m:sup>
                                  <m:r>
                                    <a:rPr lang="en-IN" sz="1600">
                                      <a:latin typeface="Cambria Math" panose="02040503050406030204" pitchFamily="18" charset="0"/>
                                    </a:rPr>
                                    <m:t>2</m:t>
                                  </m:r>
                                </m:sup>
                              </m:sSup>
                            </m:den>
                          </m:f>
                          <m:r>
                            <a:rPr lang="en-IN" sz="1600">
                              <a:latin typeface="Cambria Math" panose="02040503050406030204" pitchFamily="18" charset="0"/>
                            </a:rPr>
                            <m:t>=1∴</m:t>
                          </m:r>
                          <m:r>
                            <a:rPr lang="en-IN" sz="1600" i="1">
                              <a:latin typeface="Cambria Math" panose="02040503050406030204" pitchFamily="18" charset="0"/>
                            </a:rPr>
                            <m:t>𝑦</m:t>
                          </m:r>
                          <m:r>
                            <a:rPr lang="en-IN" sz="1600">
                              <a:latin typeface="Cambria Math" panose="02040503050406030204" pitchFamily="18" charset="0"/>
                            </a:rPr>
                            <m:t>=</m:t>
                          </m:r>
                          <m:f>
                            <m:fPr>
                              <m:ctrlPr>
                                <a:rPr lang="en-IN" sz="1600" i="1">
                                  <a:latin typeface="Cambria Math" panose="02040503050406030204" pitchFamily="18" charset="0"/>
                                </a:rPr>
                              </m:ctrlPr>
                            </m:fPr>
                            <m:num>
                              <m:r>
                                <a:rPr lang="en-IN" sz="1600" i="1">
                                  <a:latin typeface="Cambria Math" panose="02040503050406030204" pitchFamily="18" charset="0"/>
                                </a:rPr>
                                <m:t>𝑏</m:t>
                              </m:r>
                            </m:num>
                            <m:den>
                              <m:r>
                                <a:rPr lang="en-IN" sz="1600" i="1">
                                  <a:latin typeface="Cambria Math" panose="02040503050406030204" pitchFamily="18" charset="0"/>
                                </a:rPr>
                                <m:t>𝑎</m:t>
                              </m:r>
                            </m:den>
                          </m:f>
                          <m:rad>
                            <m:radPr>
                              <m:degHide m:val="on"/>
                              <m:ctrlPr>
                                <a:rPr lang="en-IN" sz="1600" i="1">
                                  <a:latin typeface="Cambria Math" panose="02040503050406030204" pitchFamily="18" charset="0"/>
                                </a:rPr>
                              </m:ctrlPr>
                            </m:radPr>
                            <m:deg/>
                            <m:e>
                              <m:sSup>
                                <m:sSupPr>
                                  <m:ctrlPr>
                                    <a:rPr lang="en-IN" sz="1600" i="1">
                                      <a:latin typeface="Cambria Math" panose="02040503050406030204" pitchFamily="18" charset="0"/>
                                    </a:rPr>
                                  </m:ctrlPr>
                                </m:sSupPr>
                                <m:e>
                                  <m:r>
                                    <a:rPr lang="en-IN" sz="1600" i="1">
                                      <a:latin typeface="Cambria Math" panose="02040503050406030204" pitchFamily="18" charset="0"/>
                                    </a:rPr>
                                    <m:t>𝑎</m:t>
                                  </m:r>
                                </m:e>
                                <m:sup>
                                  <m:r>
                                    <a:rPr lang="en-IN" sz="1600">
                                      <a:latin typeface="Cambria Math" panose="02040503050406030204" pitchFamily="18" charset="0"/>
                                    </a:rPr>
                                    <m:t>2</m:t>
                                  </m:r>
                                </m:sup>
                              </m:sSup>
                              <m:r>
                                <a:rPr lang="en-IN" sz="1600">
                                  <a:latin typeface="Cambria Math" panose="02040503050406030204" pitchFamily="18" charset="0"/>
                                </a:rPr>
                                <m:t>−</m:t>
                              </m:r>
                              <m:sSup>
                                <m:sSupPr>
                                  <m:ctrlPr>
                                    <a:rPr lang="en-IN" sz="1600" i="1">
                                      <a:latin typeface="Cambria Math" panose="02040503050406030204" pitchFamily="18" charset="0"/>
                                    </a:rPr>
                                  </m:ctrlPr>
                                </m:sSupPr>
                                <m:e>
                                  <m:r>
                                    <a:rPr lang="en-IN" sz="1600" i="1">
                                      <a:latin typeface="Cambria Math" panose="02040503050406030204" pitchFamily="18" charset="0"/>
                                    </a:rPr>
                                    <m:t>𝑥</m:t>
                                  </m:r>
                                </m:e>
                                <m:sup>
                                  <m:r>
                                    <a:rPr lang="en-IN" sz="1600">
                                      <a:latin typeface="Cambria Math" panose="02040503050406030204" pitchFamily="18" charset="0"/>
                                    </a:rPr>
                                    <m:t>2</m:t>
                                  </m:r>
                                </m:sup>
                              </m:sSup>
                            </m:e>
                          </m:rad>
                        </m:e>
                      </m:d>
                    </m:oMath>
                  </m:oMathPara>
                </a14:m>
                <a:endParaRPr lang="en-IN" sz="1600" dirty="0">
                  <a:latin typeface="Segoe Print" panose="02000600000000000000" pitchFamily="2" charset="0"/>
                </a:endParaRPr>
              </a:p>
              <a:p>
                <a:r>
                  <a:rPr lang="en-IN" sz="1600" dirty="0"/>
                  <a:t> </a:t>
                </a:r>
              </a:p>
              <a:p>
                <a:pPr/>
                <a14:m>
                  <m:oMathPara xmlns:m="http://schemas.openxmlformats.org/officeDocument/2006/math">
                    <m:oMath>
                      <m:r>
                        <a:rPr lang="en-IN" sz="1600">
                          <a:latin typeface="Cambria Math" panose="02040503050406030204" pitchFamily="18" charset="0"/>
                        </a:rPr>
                        <m:t>⇒</m:t>
                      </m:r>
                      <m:r>
                        <a:rPr lang="en-IN" sz="1600" i="1">
                          <a:latin typeface="Cambria Math" panose="02040503050406030204" pitchFamily="18" charset="0"/>
                        </a:rPr>
                        <m:t>𝐴</m:t>
                      </m:r>
                      <m:r>
                        <a:rPr lang="en-IN" sz="1600">
                          <a:latin typeface="Cambria Math" panose="02040503050406030204" pitchFamily="18" charset="0"/>
                        </a:rPr>
                        <m:t>=</m:t>
                      </m:r>
                      <m:f>
                        <m:fPr>
                          <m:ctrlPr>
                            <a:rPr lang="en-IN" sz="1600">
                              <a:latin typeface="Cambria Math" panose="02040503050406030204" pitchFamily="18" charset="0"/>
                            </a:rPr>
                          </m:ctrlPr>
                        </m:fPr>
                        <m:num>
                          <m:r>
                            <a:rPr lang="en-IN" sz="1600">
                              <a:latin typeface="Cambria Math" panose="02040503050406030204" pitchFamily="18" charset="0"/>
                            </a:rPr>
                            <m:t>4</m:t>
                          </m:r>
                          <m:r>
                            <a:rPr lang="en-IN" sz="1600" i="1">
                              <a:latin typeface="Cambria Math" panose="02040503050406030204" pitchFamily="18" charset="0"/>
                            </a:rPr>
                            <m:t>𝑏</m:t>
                          </m:r>
                        </m:num>
                        <m:den>
                          <m:r>
                            <a:rPr lang="en-IN" sz="1600" i="1">
                              <a:latin typeface="Cambria Math" panose="02040503050406030204" pitchFamily="18" charset="0"/>
                            </a:rPr>
                            <m:t>𝑎</m:t>
                          </m:r>
                        </m:den>
                      </m:f>
                      <m:nary>
                        <m:naryPr>
                          <m:limLoc m:val="subSup"/>
                          <m:ctrlPr>
                            <a:rPr lang="en-IN" sz="1600">
                              <a:latin typeface="Cambria Math" panose="02040503050406030204" pitchFamily="18" charset="0"/>
                            </a:rPr>
                          </m:ctrlPr>
                        </m:naryPr>
                        <m:sub>
                          <m:r>
                            <a:rPr lang="en-IN" sz="1600">
                              <a:latin typeface="Cambria Math" panose="02040503050406030204" pitchFamily="18" charset="0"/>
                            </a:rPr>
                            <m:t>0</m:t>
                          </m:r>
                        </m:sub>
                        <m:sup>
                          <m:r>
                            <a:rPr lang="en-IN" sz="1600" i="1">
                              <a:latin typeface="Cambria Math" panose="02040503050406030204" pitchFamily="18" charset="0"/>
                            </a:rPr>
                            <m:t>𝑎</m:t>
                          </m:r>
                        </m:sup>
                        <m:e>
                          <m:rad>
                            <m:radPr>
                              <m:degHide m:val="on"/>
                              <m:ctrlPr>
                                <a:rPr lang="en-IN" sz="1600" i="1">
                                  <a:latin typeface="Cambria Math" panose="02040503050406030204" pitchFamily="18" charset="0"/>
                                </a:rPr>
                              </m:ctrlPr>
                            </m:radPr>
                            <m:deg/>
                            <m:e>
                              <m:sSup>
                                <m:sSupPr>
                                  <m:ctrlPr>
                                    <a:rPr lang="en-IN" sz="1600" i="1">
                                      <a:latin typeface="Cambria Math" panose="02040503050406030204" pitchFamily="18" charset="0"/>
                                    </a:rPr>
                                  </m:ctrlPr>
                                </m:sSupPr>
                                <m:e>
                                  <m:r>
                                    <a:rPr lang="en-IN" sz="1600" i="1">
                                      <a:latin typeface="Cambria Math" panose="02040503050406030204" pitchFamily="18" charset="0"/>
                                    </a:rPr>
                                    <m:t>𝑎</m:t>
                                  </m:r>
                                </m:e>
                                <m:sup>
                                  <m:r>
                                    <a:rPr lang="en-IN" sz="1600">
                                      <a:latin typeface="Cambria Math" panose="02040503050406030204" pitchFamily="18" charset="0"/>
                                    </a:rPr>
                                    <m:t>2</m:t>
                                  </m:r>
                                </m:sup>
                              </m:sSup>
                              <m:r>
                                <a:rPr lang="en-IN" sz="1600">
                                  <a:latin typeface="Cambria Math" panose="02040503050406030204" pitchFamily="18" charset="0"/>
                                </a:rPr>
                                <m:t>−</m:t>
                              </m:r>
                              <m:sSup>
                                <m:sSupPr>
                                  <m:ctrlPr>
                                    <a:rPr lang="en-IN" sz="1600" i="1">
                                      <a:latin typeface="Cambria Math" panose="02040503050406030204" pitchFamily="18" charset="0"/>
                                    </a:rPr>
                                  </m:ctrlPr>
                                </m:sSupPr>
                                <m:e>
                                  <m:r>
                                    <a:rPr lang="en-IN" sz="1600" i="1">
                                      <a:latin typeface="Cambria Math" panose="02040503050406030204" pitchFamily="18" charset="0"/>
                                    </a:rPr>
                                    <m:t>𝑥</m:t>
                                  </m:r>
                                </m:e>
                                <m:sup>
                                  <m:r>
                                    <a:rPr lang="en-IN" sz="1600">
                                      <a:latin typeface="Cambria Math" panose="02040503050406030204" pitchFamily="18" charset="0"/>
                                    </a:rPr>
                                    <m:t>2</m:t>
                                  </m:r>
                                </m:sup>
                              </m:sSup>
                            </m:e>
                          </m:rad>
                        </m:e>
                      </m:nary>
                      <m:r>
                        <a:rPr lang="en-IN" sz="1600">
                          <a:latin typeface="Cambria Math" panose="02040503050406030204" pitchFamily="18" charset="0"/>
                        </a:rPr>
                        <m:t> </m:t>
                      </m:r>
                      <m:r>
                        <a:rPr lang="en-IN" sz="1600" i="1">
                          <a:latin typeface="Cambria Math" panose="02040503050406030204" pitchFamily="18" charset="0"/>
                        </a:rPr>
                        <m:t>𝑑𝑥</m:t>
                      </m:r>
                      <m:r>
                        <a:rPr lang="en-IN" sz="1600">
                          <a:latin typeface="Cambria Math" panose="02040503050406030204" pitchFamily="18" charset="0"/>
                        </a:rPr>
                        <m:t>=</m:t>
                      </m:r>
                      <m:f>
                        <m:fPr>
                          <m:ctrlPr>
                            <a:rPr lang="en-IN" sz="1600">
                              <a:latin typeface="Cambria Math" panose="02040503050406030204" pitchFamily="18" charset="0"/>
                            </a:rPr>
                          </m:ctrlPr>
                        </m:fPr>
                        <m:num>
                          <m:r>
                            <a:rPr lang="en-IN" sz="1600">
                              <a:latin typeface="Cambria Math" panose="02040503050406030204" pitchFamily="18" charset="0"/>
                            </a:rPr>
                            <m:t>4</m:t>
                          </m:r>
                          <m:r>
                            <a:rPr lang="en-IN" sz="1600" i="1">
                              <a:latin typeface="Cambria Math" panose="02040503050406030204" pitchFamily="18" charset="0"/>
                            </a:rPr>
                            <m:t>𝑏</m:t>
                          </m:r>
                        </m:num>
                        <m:den>
                          <m:r>
                            <a:rPr lang="en-IN" sz="1600" i="1">
                              <a:latin typeface="Cambria Math" panose="02040503050406030204" pitchFamily="18" charset="0"/>
                            </a:rPr>
                            <m:t>𝑎</m:t>
                          </m:r>
                        </m:den>
                      </m:f>
                      <m:sSubSup>
                        <m:sSubSupPr>
                          <m:ctrlPr>
                            <a:rPr lang="en-IN" sz="1600" i="1">
                              <a:latin typeface="Cambria Math" panose="02040503050406030204" pitchFamily="18" charset="0"/>
                            </a:rPr>
                          </m:ctrlPr>
                        </m:sSubSupPr>
                        <m:e>
                          <m:d>
                            <m:dPr>
                              <m:begChr m:val="["/>
                              <m:endChr m:val="]"/>
                              <m:ctrlPr>
                                <a:rPr lang="en-IN" sz="1600" i="1">
                                  <a:latin typeface="Cambria Math" panose="02040503050406030204" pitchFamily="18" charset="0"/>
                                </a:rPr>
                              </m:ctrlPr>
                            </m:dPr>
                            <m:e>
                              <m:f>
                                <m:fPr>
                                  <m:ctrlPr>
                                    <a:rPr lang="en-IN" sz="1600">
                                      <a:latin typeface="Cambria Math" panose="02040503050406030204" pitchFamily="18" charset="0"/>
                                    </a:rPr>
                                  </m:ctrlPr>
                                </m:fPr>
                                <m:num>
                                  <m:r>
                                    <a:rPr lang="en-IN" sz="1600">
                                      <a:latin typeface="Cambria Math" panose="02040503050406030204" pitchFamily="18" charset="0"/>
                                    </a:rPr>
                                    <m:t>1</m:t>
                                  </m:r>
                                </m:num>
                                <m:den>
                                  <m:r>
                                    <a:rPr lang="en-IN" sz="1600">
                                      <a:latin typeface="Cambria Math" panose="02040503050406030204" pitchFamily="18" charset="0"/>
                                    </a:rPr>
                                    <m:t>2</m:t>
                                  </m:r>
                                </m:den>
                              </m:f>
                              <m:r>
                                <a:rPr lang="en-IN" sz="1600" i="1">
                                  <a:latin typeface="Cambria Math" panose="02040503050406030204" pitchFamily="18" charset="0"/>
                                </a:rPr>
                                <m:t>𝑥</m:t>
                              </m:r>
                              <m:rad>
                                <m:radPr>
                                  <m:degHide m:val="on"/>
                                  <m:ctrlPr>
                                    <a:rPr lang="en-IN" sz="1600" i="1">
                                      <a:latin typeface="Cambria Math" panose="02040503050406030204" pitchFamily="18" charset="0"/>
                                    </a:rPr>
                                  </m:ctrlPr>
                                </m:radPr>
                                <m:deg/>
                                <m:e>
                                  <m:sSup>
                                    <m:sSupPr>
                                      <m:ctrlPr>
                                        <a:rPr lang="en-IN" sz="1600" i="1">
                                          <a:latin typeface="Cambria Math" panose="02040503050406030204" pitchFamily="18" charset="0"/>
                                        </a:rPr>
                                      </m:ctrlPr>
                                    </m:sSupPr>
                                    <m:e>
                                      <m:r>
                                        <a:rPr lang="en-IN" sz="1600" i="1">
                                          <a:latin typeface="Cambria Math" panose="02040503050406030204" pitchFamily="18" charset="0"/>
                                        </a:rPr>
                                        <m:t>𝑎</m:t>
                                      </m:r>
                                    </m:e>
                                    <m:sup>
                                      <m:r>
                                        <a:rPr lang="en-IN" sz="1600">
                                          <a:latin typeface="Cambria Math" panose="02040503050406030204" pitchFamily="18" charset="0"/>
                                        </a:rPr>
                                        <m:t>2</m:t>
                                      </m:r>
                                    </m:sup>
                                  </m:sSup>
                                  <m:r>
                                    <a:rPr lang="en-IN" sz="1600">
                                      <a:latin typeface="Cambria Math" panose="02040503050406030204" pitchFamily="18" charset="0"/>
                                    </a:rPr>
                                    <m:t>−</m:t>
                                  </m:r>
                                  <m:sSup>
                                    <m:sSupPr>
                                      <m:ctrlPr>
                                        <a:rPr lang="en-IN" sz="1600" i="1">
                                          <a:latin typeface="Cambria Math" panose="02040503050406030204" pitchFamily="18" charset="0"/>
                                        </a:rPr>
                                      </m:ctrlPr>
                                    </m:sSupPr>
                                    <m:e>
                                      <m:r>
                                        <a:rPr lang="en-IN" sz="1600" i="1">
                                          <a:latin typeface="Cambria Math" panose="02040503050406030204" pitchFamily="18" charset="0"/>
                                        </a:rPr>
                                        <m:t>𝑥</m:t>
                                      </m:r>
                                    </m:e>
                                    <m:sup>
                                      <m:r>
                                        <a:rPr lang="en-IN" sz="1600">
                                          <a:latin typeface="Cambria Math" panose="02040503050406030204" pitchFamily="18" charset="0"/>
                                        </a:rPr>
                                        <m:t>2</m:t>
                                      </m:r>
                                    </m:sup>
                                  </m:sSup>
                                </m:e>
                              </m:rad>
                              <m:r>
                                <a:rPr lang="en-IN" sz="1600">
                                  <a:latin typeface="Cambria Math" panose="02040503050406030204" pitchFamily="18" charset="0"/>
                                </a:rPr>
                                <m:t>+</m:t>
                              </m:r>
                              <m:f>
                                <m:fPr>
                                  <m:ctrlPr>
                                    <a:rPr lang="en-IN" sz="1600">
                                      <a:latin typeface="Cambria Math" panose="02040503050406030204" pitchFamily="18" charset="0"/>
                                    </a:rPr>
                                  </m:ctrlPr>
                                </m:fPr>
                                <m:num>
                                  <m:r>
                                    <a:rPr lang="en-IN" sz="1600">
                                      <a:latin typeface="Cambria Math" panose="02040503050406030204" pitchFamily="18" charset="0"/>
                                    </a:rPr>
                                    <m:t>1</m:t>
                                  </m:r>
                                </m:num>
                                <m:den>
                                  <m:r>
                                    <a:rPr lang="en-IN" sz="1600">
                                      <a:latin typeface="Cambria Math" panose="02040503050406030204" pitchFamily="18" charset="0"/>
                                    </a:rPr>
                                    <m:t>2</m:t>
                                  </m:r>
                                </m:den>
                              </m:f>
                              <m:sSup>
                                <m:sSupPr>
                                  <m:ctrlPr>
                                    <a:rPr lang="en-IN" sz="1600" i="1">
                                      <a:latin typeface="Cambria Math" panose="02040503050406030204" pitchFamily="18" charset="0"/>
                                    </a:rPr>
                                  </m:ctrlPr>
                                </m:sSupPr>
                                <m:e>
                                  <m:r>
                                    <a:rPr lang="en-IN" sz="1600" i="1">
                                      <a:latin typeface="Cambria Math" panose="02040503050406030204" pitchFamily="18" charset="0"/>
                                    </a:rPr>
                                    <m:t>𝑎</m:t>
                                  </m:r>
                                </m:e>
                                <m:sup>
                                  <m:r>
                                    <a:rPr lang="en-IN" sz="1600">
                                      <a:latin typeface="Cambria Math" panose="02040503050406030204" pitchFamily="18" charset="0"/>
                                    </a:rPr>
                                    <m:t>2</m:t>
                                  </m:r>
                                </m:sup>
                              </m:sSup>
                              <m:func>
                                <m:funcPr>
                                  <m:ctrlPr>
                                    <a:rPr lang="en-IN" sz="1600" i="1">
                                      <a:latin typeface="Cambria Math" panose="02040503050406030204" pitchFamily="18" charset="0"/>
                                    </a:rPr>
                                  </m:ctrlPr>
                                </m:funcPr>
                                <m:fName>
                                  <m:sSup>
                                    <m:sSupPr>
                                      <m:ctrlPr>
                                        <a:rPr lang="en-IN" sz="1600">
                                          <a:latin typeface="Cambria Math" panose="02040503050406030204" pitchFamily="18" charset="0"/>
                                        </a:rPr>
                                      </m:ctrlPr>
                                    </m:sSupPr>
                                    <m:e>
                                      <m:r>
                                        <m:rPr>
                                          <m:sty m:val="p"/>
                                        </m:rPr>
                                        <a:rPr lang="en-IN" sz="1600">
                                          <a:latin typeface="Cambria Math" panose="02040503050406030204" pitchFamily="18" charset="0"/>
                                        </a:rPr>
                                        <m:t>sin</m:t>
                                      </m:r>
                                    </m:e>
                                    <m:sup>
                                      <m:r>
                                        <a:rPr lang="en-IN" sz="1600">
                                          <a:latin typeface="Cambria Math" panose="02040503050406030204" pitchFamily="18" charset="0"/>
                                        </a:rPr>
                                        <m:t>−1</m:t>
                                      </m:r>
                                    </m:sup>
                                  </m:sSup>
                                </m:fName>
                                <m:e>
                                  <m:f>
                                    <m:fPr>
                                      <m:ctrlPr>
                                        <a:rPr lang="en-IN" sz="1600" i="1">
                                          <a:latin typeface="Cambria Math" panose="02040503050406030204" pitchFamily="18" charset="0"/>
                                        </a:rPr>
                                      </m:ctrlPr>
                                    </m:fPr>
                                    <m:num>
                                      <m:r>
                                        <a:rPr lang="en-IN" sz="1600" i="1">
                                          <a:latin typeface="Cambria Math" panose="02040503050406030204" pitchFamily="18" charset="0"/>
                                        </a:rPr>
                                        <m:t>𝑥</m:t>
                                      </m:r>
                                    </m:num>
                                    <m:den>
                                      <m:r>
                                        <a:rPr lang="en-IN" sz="1600" i="1">
                                          <a:latin typeface="Cambria Math" panose="02040503050406030204" pitchFamily="18" charset="0"/>
                                        </a:rPr>
                                        <m:t>𝑎</m:t>
                                      </m:r>
                                    </m:den>
                                  </m:f>
                                </m:e>
                              </m:func>
                            </m:e>
                          </m:d>
                        </m:e>
                        <m:sub>
                          <m:r>
                            <a:rPr lang="en-IN" sz="1600">
                              <a:latin typeface="Cambria Math" panose="02040503050406030204" pitchFamily="18" charset="0"/>
                            </a:rPr>
                            <m:t>0</m:t>
                          </m:r>
                        </m:sub>
                        <m:sup>
                          <m:r>
                            <a:rPr lang="en-IN" sz="1600" i="1">
                              <a:latin typeface="Cambria Math" panose="02040503050406030204" pitchFamily="18" charset="0"/>
                            </a:rPr>
                            <m:t>𝑎</m:t>
                          </m:r>
                        </m:sup>
                      </m:sSubSup>
                    </m:oMath>
                  </m:oMathPara>
                </a14:m>
                <a:endParaRPr lang="en-IN" sz="1600" i="1" dirty="0"/>
              </a:p>
              <a:p>
                <a:pPr/>
                <a14:m>
                  <m:oMathPara xmlns:m="http://schemas.openxmlformats.org/officeDocument/2006/math">
                    <m:oMath>
                      <m:r>
                        <a:rPr lang="en-IN" sz="1600">
                          <a:latin typeface="Cambria Math" panose="02040503050406030204" pitchFamily="18" charset="0"/>
                        </a:rPr>
                        <m:t>⇒</m:t>
                      </m:r>
                      <m:r>
                        <a:rPr lang="en-IN" sz="1600" i="1">
                          <a:latin typeface="Cambria Math" panose="02040503050406030204" pitchFamily="18" charset="0"/>
                        </a:rPr>
                        <m:t>𝐴</m:t>
                      </m:r>
                      <m:r>
                        <a:rPr lang="en-IN" sz="1600">
                          <a:latin typeface="Cambria Math" panose="02040503050406030204" pitchFamily="18" charset="0"/>
                        </a:rPr>
                        <m:t>=</m:t>
                      </m:r>
                      <m:f>
                        <m:fPr>
                          <m:ctrlPr>
                            <a:rPr lang="en-IN" sz="1600">
                              <a:latin typeface="Cambria Math" panose="02040503050406030204" pitchFamily="18" charset="0"/>
                            </a:rPr>
                          </m:ctrlPr>
                        </m:fPr>
                        <m:num>
                          <m:r>
                            <a:rPr lang="en-IN" sz="1600">
                              <a:latin typeface="Cambria Math" panose="02040503050406030204" pitchFamily="18" charset="0"/>
                            </a:rPr>
                            <m:t>4</m:t>
                          </m:r>
                          <m:r>
                            <a:rPr lang="en-IN" sz="1600" i="1">
                              <a:latin typeface="Cambria Math" panose="02040503050406030204" pitchFamily="18" charset="0"/>
                            </a:rPr>
                            <m:t>𝑏</m:t>
                          </m:r>
                        </m:num>
                        <m:den>
                          <m:r>
                            <a:rPr lang="en-IN" sz="1600" i="1">
                              <a:latin typeface="Cambria Math" panose="02040503050406030204" pitchFamily="18" charset="0"/>
                            </a:rPr>
                            <m:t>𝑎</m:t>
                          </m:r>
                        </m:den>
                      </m:f>
                      <m:d>
                        <m:dPr>
                          <m:begChr m:val="{"/>
                          <m:endChr m:val="}"/>
                          <m:ctrlPr>
                            <a:rPr lang="en-IN" sz="1600">
                              <a:latin typeface="Cambria Math" panose="02040503050406030204" pitchFamily="18" charset="0"/>
                            </a:rPr>
                          </m:ctrlPr>
                        </m:dPr>
                        <m:e>
                          <m:r>
                            <a:rPr lang="en-IN" sz="1600">
                              <a:latin typeface="Cambria Math" panose="02040503050406030204" pitchFamily="18" charset="0"/>
                            </a:rPr>
                            <m:t>0+</m:t>
                          </m:r>
                          <m:f>
                            <m:fPr>
                              <m:ctrlPr>
                                <a:rPr lang="en-IN" sz="1600">
                                  <a:latin typeface="Cambria Math" panose="02040503050406030204" pitchFamily="18" charset="0"/>
                                </a:rPr>
                              </m:ctrlPr>
                            </m:fPr>
                            <m:num>
                              <m:r>
                                <a:rPr lang="en-IN" sz="1600">
                                  <a:latin typeface="Cambria Math" panose="02040503050406030204" pitchFamily="18" charset="0"/>
                                </a:rPr>
                                <m:t>1</m:t>
                              </m:r>
                            </m:num>
                            <m:den>
                              <m:r>
                                <a:rPr lang="en-IN" sz="1600">
                                  <a:latin typeface="Cambria Math" panose="02040503050406030204" pitchFamily="18" charset="0"/>
                                </a:rPr>
                                <m:t>2</m:t>
                              </m:r>
                            </m:den>
                          </m:f>
                          <m:sSup>
                            <m:sSupPr>
                              <m:ctrlPr>
                                <a:rPr lang="en-IN" sz="1600" i="1">
                                  <a:latin typeface="Cambria Math" panose="02040503050406030204" pitchFamily="18" charset="0"/>
                                </a:rPr>
                              </m:ctrlPr>
                            </m:sSupPr>
                            <m:e>
                              <m:r>
                                <a:rPr lang="en-IN" sz="1600" i="1">
                                  <a:latin typeface="Cambria Math" panose="02040503050406030204" pitchFamily="18" charset="0"/>
                                </a:rPr>
                                <m:t>𝑎</m:t>
                              </m:r>
                            </m:e>
                            <m:sup>
                              <m:r>
                                <a:rPr lang="en-IN" sz="1600">
                                  <a:latin typeface="Cambria Math" panose="02040503050406030204" pitchFamily="18" charset="0"/>
                                </a:rPr>
                                <m:t>2</m:t>
                              </m:r>
                            </m:sup>
                          </m:sSup>
                          <m:func>
                            <m:funcPr>
                              <m:ctrlPr>
                                <a:rPr lang="en-IN" sz="1600" i="1">
                                  <a:latin typeface="Cambria Math" panose="02040503050406030204" pitchFamily="18" charset="0"/>
                                </a:rPr>
                              </m:ctrlPr>
                            </m:funcPr>
                            <m:fName>
                              <m:sSup>
                                <m:sSupPr>
                                  <m:ctrlPr>
                                    <a:rPr lang="en-IN" sz="1600">
                                      <a:latin typeface="Cambria Math" panose="02040503050406030204" pitchFamily="18" charset="0"/>
                                    </a:rPr>
                                  </m:ctrlPr>
                                </m:sSupPr>
                                <m:e>
                                  <m:r>
                                    <m:rPr>
                                      <m:sty m:val="p"/>
                                    </m:rPr>
                                    <a:rPr lang="en-IN" sz="1600">
                                      <a:latin typeface="Cambria Math" panose="02040503050406030204" pitchFamily="18" charset="0"/>
                                    </a:rPr>
                                    <m:t>sin</m:t>
                                  </m:r>
                                </m:e>
                                <m:sup>
                                  <m:r>
                                    <a:rPr lang="en-IN" sz="1600">
                                      <a:latin typeface="Cambria Math" panose="02040503050406030204" pitchFamily="18" charset="0"/>
                                    </a:rPr>
                                    <m:t>−1</m:t>
                                  </m:r>
                                </m:sup>
                              </m:sSup>
                            </m:fName>
                            <m:e>
                              <m:d>
                                <m:dPr>
                                  <m:ctrlPr>
                                    <a:rPr lang="en-IN" sz="1600">
                                      <a:latin typeface="Cambria Math" panose="02040503050406030204" pitchFamily="18" charset="0"/>
                                    </a:rPr>
                                  </m:ctrlPr>
                                </m:dPr>
                                <m:e>
                                  <m:r>
                                    <a:rPr lang="en-IN" sz="1600">
                                      <a:latin typeface="Cambria Math" panose="02040503050406030204" pitchFamily="18" charset="0"/>
                                    </a:rPr>
                                    <m:t>1</m:t>
                                  </m:r>
                                </m:e>
                              </m:d>
                            </m:e>
                          </m:func>
                        </m:e>
                      </m:d>
                      <m:r>
                        <a:rPr lang="en-IN" sz="1600">
                          <a:latin typeface="Cambria Math" panose="02040503050406030204" pitchFamily="18" charset="0"/>
                        </a:rPr>
                        <m:t>=</m:t>
                      </m:r>
                      <m:f>
                        <m:fPr>
                          <m:ctrlPr>
                            <a:rPr lang="en-IN" sz="1600">
                              <a:latin typeface="Cambria Math" panose="02040503050406030204" pitchFamily="18" charset="0"/>
                            </a:rPr>
                          </m:ctrlPr>
                        </m:fPr>
                        <m:num>
                          <m:r>
                            <a:rPr lang="en-IN" sz="1600">
                              <a:latin typeface="Cambria Math" panose="02040503050406030204" pitchFamily="18" charset="0"/>
                            </a:rPr>
                            <m:t>4</m:t>
                          </m:r>
                          <m:r>
                            <a:rPr lang="en-IN" sz="1600" i="1">
                              <a:latin typeface="Cambria Math" panose="02040503050406030204" pitchFamily="18" charset="0"/>
                            </a:rPr>
                            <m:t>𝑏</m:t>
                          </m:r>
                        </m:num>
                        <m:den>
                          <m:r>
                            <a:rPr lang="en-IN" sz="1600" i="1">
                              <a:latin typeface="Cambria Math" panose="02040503050406030204" pitchFamily="18" charset="0"/>
                            </a:rPr>
                            <m:t>𝑎</m:t>
                          </m:r>
                        </m:den>
                      </m:f>
                      <m:r>
                        <a:rPr lang="en-IN" sz="1600">
                          <a:latin typeface="Cambria Math" panose="02040503050406030204" pitchFamily="18" charset="0"/>
                        </a:rPr>
                        <m:t>×</m:t>
                      </m:r>
                      <m:f>
                        <m:fPr>
                          <m:ctrlPr>
                            <a:rPr lang="en-IN" sz="1600">
                              <a:latin typeface="Cambria Math" panose="02040503050406030204" pitchFamily="18" charset="0"/>
                            </a:rPr>
                          </m:ctrlPr>
                        </m:fPr>
                        <m:num>
                          <m:r>
                            <a:rPr lang="en-IN" sz="1600">
                              <a:latin typeface="Cambria Math" panose="02040503050406030204" pitchFamily="18" charset="0"/>
                            </a:rPr>
                            <m:t>1</m:t>
                          </m:r>
                        </m:num>
                        <m:den>
                          <m:r>
                            <a:rPr lang="en-IN" sz="1600">
                              <a:latin typeface="Cambria Math" panose="02040503050406030204" pitchFamily="18" charset="0"/>
                            </a:rPr>
                            <m:t>2</m:t>
                          </m:r>
                        </m:den>
                      </m:f>
                      <m:sSup>
                        <m:sSupPr>
                          <m:ctrlPr>
                            <a:rPr lang="en-IN" sz="1600" i="1">
                              <a:latin typeface="Cambria Math" panose="02040503050406030204" pitchFamily="18" charset="0"/>
                            </a:rPr>
                          </m:ctrlPr>
                        </m:sSupPr>
                        <m:e>
                          <m:r>
                            <a:rPr lang="en-IN" sz="1600" i="1">
                              <a:latin typeface="Cambria Math" panose="02040503050406030204" pitchFamily="18" charset="0"/>
                            </a:rPr>
                            <m:t>𝑎</m:t>
                          </m:r>
                        </m:e>
                        <m:sup>
                          <m:r>
                            <a:rPr lang="en-IN" sz="1600">
                              <a:latin typeface="Cambria Math" panose="02040503050406030204" pitchFamily="18" charset="0"/>
                            </a:rPr>
                            <m:t>2</m:t>
                          </m:r>
                        </m:sup>
                      </m:sSup>
                      <m:d>
                        <m:dPr>
                          <m:ctrlPr>
                            <a:rPr lang="en-IN" sz="1600" i="1">
                              <a:latin typeface="Cambria Math" panose="02040503050406030204" pitchFamily="18" charset="0"/>
                            </a:rPr>
                          </m:ctrlPr>
                        </m:dPr>
                        <m:e>
                          <m:f>
                            <m:fPr>
                              <m:ctrlPr>
                                <a:rPr lang="en-IN" sz="1600" i="1">
                                  <a:latin typeface="Cambria Math" panose="02040503050406030204" pitchFamily="18" charset="0"/>
                                </a:rPr>
                              </m:ctrlPr>
                            </m:fPr>
                            <m:num>
                              <m:r>
                                <a:rPr lang="en-IN" sz="1600" i="1">
                                  <a:latin typeface="Cambria Math" panose="02040503050406030204" pitchFamily="18" charset="0"/>
                                </a:rPr>
                                <m:t>𝜋</m:t>
                              </m:r>
                            </m:num>
                            <m:den>
                              <m:r>
                                <a:rPr lang="en-IN" sz="1600">
                                  <a:latin typeface="Cambria Math" panose="02040503050406030204" pitchFamily="18" charset="0"/>
                                </a:rPr>
                                <m:t>2</m:t>
                              </m:r>
                            </m:den>
                          </m:f>
                        </m:e>
                      </m:d>
                      <m:r>
                        <a:rPr lang="en-IN" sz="1600">
                          <a:latin typeface="Cambria Math" panose="02040503050406030204" pitchFamily="18" charset="0"/>
                        </a:rPr>
                        <m:t>=</m:t>
                      </m:r>
                      <m:r>
                        <a:rPr lang="en-IN" sz="1600" i="1">
                          <a:latin typeface="Cambria Math" panose="02040503050406030204" pitchFamily="18" charset="0"/>
                        </a:rPr>
                        <m:t>𝜋</m:t>
                      </m:r>
                      <m:r>
                        <a:rPr lang="en-IN" sz="1600" i="1">
                          <a:latin typeface="Cambria Math" panose="02040503050406030204" pitchFamily="18" charset="0"/>
                        </a:rPr>
                        <m:t>𝑎𝑏</m:t>
                      </m:r>
                      <m:r>
                        <m:rPr>
                          <m:nor/>
                        </m:rPr>
                        <a:rPr lang="en-IN" sz="1600" i="0">
                          <a:latin typeface="Segoe Print" panose="02000600000000000000" pitchFamily="2" charset="0"/>
                        </a:rPr>
                        <m:t> sq. units</m:t>
                      </m:r>
                    </m:oMath>
                  </m:oMathPara>
                </a14:m>
                <a:endParaRPr lang="en-IN" sz="1600" dirty="0">
                  <a:latin typeface="Segoe Print" panose="02000600000000000000" pitchFamily="2" charset="0"/>
                </a:endParaRPr>
              </a:p>
              <a:p>
                <a:r>
                  <a:rPr lang="en-IN" sz="1600" dirty="0">
                    <a:latin typeface="Segoe Print" panose="02000600000000000000" pitchFamily="2" charset="0"/>
                  </a:rPr>
                  <a:t> </a:t>
                </a:r>
              </a:p>
            </p:txBody>
          </p:sp>
        </mc:Choice>
        <mc:Fallback xmlns="">
          <p:sp>
            <p:nvSpPr>
              <p:cNvPr id="4" name="TextBox 3">
                <a:extLst>
                  <a:ext uri="{FF2B5EF4-FFF2-40B4-BE49-F238E27FC236}">
                    <a16:creationId xmlns:a16="http://schemas.microsoft.com/office/drawing/2014/main" id="{5C4BCCC1-9B7D-A594-7CB6-4A16F898F21F}"/>
                  </a:ext>
                </a:extLst>
              </p:cNvPr>
              <p:cNvSpPr txBox="1">
                <a:spLocks noRot="1" noChangeAspect="1" noMove="1" noResize="1" noEditPoints="1" noAdjustHandles="1" noChangeArrowheads="1" noChangeShapeType="1" noTextEdit="1"/>
              </p:cNvSpPr>
              <p:nvPr/>
            </p:nvSpPr>
            <p:spPr>
              <a:xfrm>
                <a:off x="282448" y="862060"/>
                <a:ext cx="11660632" cy="4689682"/>
              </a:xfrm>
              <a:prstGeom prst="rect">
                <a:avLst/>
              </a:prstGeom>
              <a:blipFill>
                <a:blip r:embed="rId3"/>
                <a:stretch>
                  <a:fillRect l="-261" t="-390" r="-993"/>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D3020F78-7A0C-0419-003F-2B917B573000}"/>
              </a:ext>
            </a:extLst>
          </p:cNvPr>
          <p:cNvPicPr>
            <a:picLocks noChangeAspect="1"/>
          </p:cNvPicPr>
          <p:nvPr/>
        </p:nvPicPr>
        <p:blipFill>
          <a:blip r:embed="rId4"/>
          <a:srcRect l="5771" t="3234" r="13926" b="11698"/>
          <a:stretch>
            <a:fillRect/>
          </a:stretch>
        </p:blipFill>
        <p:spPr>
          <a:xfrm>
            <a:off x="9072880" y="4246881"/>
            <a:ext cx="2600960" cy="2042160"/>
          </a:xfrm>
          <a:prstGeom prst="rect">
            <a:avLst/>
          </a:prstGeom>
        </p:spPr>
      </p:pic>
    </p:spTree>
    <p:extLst>
      <p:ext uri="{BB962C8B-B14F-4D97-AF65-F5344CB8AC3E}">
        <p14:creationId xmlns:p14="http://schemas.microsoft.com/office/powerpoint/2010/main" val="22100141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C731A39-B055-3051-F995-DD835C759BA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FBFDF10-CEA9-C59E-583A-E1976B099ECA}"/>
                  </a:ext>
                </a:extLst>
              </p:cNvPr>
              <p:cNvSpPr txBox="1"/>
              <p:nvPr/>
            </p:nvSpPr>
            <p:spPr>
              <a:xfrm>
                <a:off x="348488" y="262620"/>
                <a:ext cx="11528552" cy="797719"/>
              </a:xfrm>
              <a:prstGeom prst="rect">
                <a:avLst/>
              </a:prstGeom>
              <a:noFill/>
            </p:spPr>
            <p:txBody>
              <a:bodyPr wrap="square" rtlCol="0">
                <a:spAutoFit/>
              </a:bodyPr>
              <a:lstStyle/>
              <a:p>
                <a:r>
                  <a:rPr lang="en-IN" b="1" dirty="0">
                    <a:latin typeface="Bahnschrift" panose="020B0502040204020203" pitchFamily="34" charset="0"/>
                  </a:rPr>
                  <a:t>Question: If the area above </a:t>
                </a:r>
                <a14:m>
                  <m:oMath xmlns:m="http://schemas.openxmlformats.org/officeDocument/2006/math">
                    <m:r>
                      <a:rPr lang="en-IN" b="1" i="1">
                        <a:latin typeface="Cambria Math" panose="02040503050406030204" pitchFamily="18" charset="0"/>
                      </a:rPr>
                      <m:t>𝒙</m:t>
                    </m:r>
                  </m:oMath>
                </a14:m>
                <a:r>
                  <a:rPr lang="en-IN" b="1" dirty="0">
                    <a:latin typeface="Bahnschrift" panose="020B0502040204020203" pitchFamily="34" charset="0"/>
                  </a:rPr>
                  <a:t>-axis, bounded by the curves </a:t>
                </a:r>
                <a14:m>
                  <m:oMath xmlns:m="http://schemas.openxmlformats.org/officeDocument/2006/math">
                    <m:r>
                      <a:rPr lang="en-IN" b="1" i="1">
                        <a:latin typeface="Cambria Math" panose="02040503050406030204" pitchFamily="18" charset="0"/>
                      </a:rPr>
                      <m:t>𝒚</m:t>
                    </m:r>
                    <m:r>
                      <a:rPr lang="en-IN" b="1">
                        <a:latin typeface="Cambria Math" panose="02040503050406030204" pitchFamily="18" charset="0"/>
                      </a:rPr>
                      <m:t>=</m:t>
                    </m:r>
                    <m:sSup>
                      <m:sSupPr>
                        <m:ctrlPr>
                          <a:rPr lang="en-IN" b="1" i="1">
                            <a:latin typeface="Cambria Math" panose="02040503050406030204" pitchFamily="18" charset="0"/>
                          </a:rPr>
                        </m:ctrlPr>
                      </m:sSupPr>
                      <m:e>
                        <m:r>
                          <a:rPr lang="en-IN" b="1" i="1">
                            <a:latin typeface="Cambria Math" panose="02040503050406030204" pitchFamily="18" charset="0"/>
                          </a:rPr>
                          <m:t>𝟐</m:t>
                        </m:r>
                      </m:e>
                      <m:sup>
                        <m:r>
                          <a:rPr lang="en-IN" b="1" i="1">
                            <a:latin typeface="Cambria Math" panose="02040503050406030204" pitchFamily="18" charset="0"/>
                          </a:rPr>
                          <m:t>𝒌𝒙</m:t>
                        </m:r>
                      </m:sup>
                    </m:sSup>
                  </m:oMath>
                </a14:m>
                <a:r>
                  <a:rPr lang="en-IN" b="1" dirty="0">
                    <a:latin typeface="Bahnschrift" panose="020B0502040204020203" pitchFamily="34" charset="0"/>
                  </a:rPr>
                  <a:t>and </a:t>
                </a:r>
                <a14:m>
                  <m:oMath xmlns:m="http://schemas.openxmlformats.org/officeDocument/2006/math">
                    <m:r>
                      <a:rPr lang="en-IN" b="1" i="1">
                        <a:latin typeface="Cambria Math" panose="02040503050406030204" pitchFamily="18" charset="0"/>
                      </a:rPr>
                      <m:t>𝒙</m:t>
                    </m:r>
                    <m:r>
                      <a:rPr lang="en-IN" b="1">
                        <a:latin typeface="Cambria Math" panose="02040503050406030204" pitchFamily="18" charset="0"/>
                      </a:rPr>
                      <m:t>=</m:t>
                    </m:r>
                    <m:r>
                      <a:rPr lang="en-IN" b="1" i="1">
                        <a:latin typeface="Cambria Math" panose="02040503050406030204" pitchFamily="18" charset="0"/>
                      </a:rPr>
                      <m:t>𝟎</m:t>
                    </m:r>
                  </m:oMath>
                </a14:m>
                <a:r>
                  <a:rPr lang="en-IN" b="1" dirty="0">
                    <a:latin typeface="Bahnschrift" panose="020B0502040204020203" pitchFamily="34" charset="0"/>
                  </a:rPr>
                  <a:t>and </a:t>
                </a:r>
                <a14:m>
                  <m:oMath xmlns:m="http://schemas.openxmlformats.org/officeDocument/2006/math">
                    <m:r>
                      <a:rPr lang="en-IN" b="1" i="1">
                        <a:latin typeface="Cambria Math" panose="02040503050406030204" pitchFamily="18" charset="0"/>
                      </a:rPr>
                      <m:t>𝒙</m:t>
                    </m:r>
                    <m:r>
                      <a:rPr lang="en-IN" b="1">
                        <a:latin typeface="Cambria Math" panose="02040503050406030204" pitchFamily="18" charset="0"/>
                      </a:rPr>
                      <m:t>=</m:t>
                    </m:r>
                    <m:r>
                      <a:rPr lang="en-IN" b="1" i="1">
                        <a:latin typeface="Cambria Math" panose="02040503050406030204" pitchFamily="18" charset="0"/>
                      </a:rPr>
                      <m:t>𝟐</m:t>
                    </m:r>
                  </m:oMath>
                </a14:m>
                <a:r>
                  <a:rPr lang="en-IN" b="1" dirty="0">
                    <a:latin typeface="Bahnschrift" panose="020B0502040204020203" pitchFamily="34" charset="0"/>
                  </a:rPr>
                  <a:t>is </a:t>
                </a:r>
                <a14:m>
                  <m:oMath xmlns:m="http://schemas.openxmlformats.org/officeDocument/2006/math">
                    <m:f>
                      <m:fPr>
                        <m:ctrlPr>
                          <a:rPr lang="en-IN" b="1" i="1">
                            <a:latin typeface="Cambria Math" panose="02040503050406030204" pitchFamily="18" charset="0"/>
                          </a:rPr>
                        </m:ctrlPr>
                      </m:fPr>
                      <m:num>
                        <m:r>
                          <a:rPr lang="en-IN" b="1" i="1">
                            <a:latin typeface="Cambria Math" panose="02040503050406030204" pitchFamily="18" charset="0"/>
                          </a:rPr>
                          <m:t>𝟑</m:t>
                        </m:r>
                      </m:num>
                      <m:den>
                        <m:func>
                          <m:funcPr>
                            <m:ctrlPr>
                              <a:rPr lang="en-IN" b="1" i="1">
                                <a:latin typeface="Cambria Math" panose="02040503050406030204" pitchFamily="18" charset="0"/>
                              </a:rPr>
                            </m:ctrlPr>
                          </m:funcPr>
                          <m:fName>
                            <m:sSub>
                              <m:sSubPr>
                                <m:ctrlPr>
                                  <a:rPr lang="en-IN" b="1" i="1">
                                    <a:latin typeface="Cambria Math" panose="02040503050406030204" pitchFamily="18" charset="0"/>
                                  </a:rPr>
                                </m:ctrlPr>
                              </m:sSubPr>
                              <m:e>
                                <m:r>
                                  <a:rPr lang="en-IN" b="1" i="1">
                                    <a:latin typeface="Cambria Math" panose="02040503050406030204" pitchFamily="18" charset="0"/>
                                  </a:rPr>
                                  <m:t>𝒍𝒐𝒈</m:t>
                                </m:r>
                              </m:e>
                              <m:sub>
                                <m:r>
                                  <a:rPr lang="en-IN" b="1" i="1">
                                    <a:latin typeface="Cambria Math" panose="02040503050406030204" pitchFamily="18" charset="0"/>
                                  </a:rPr>
                                  <m:t>𝒆</m:t>
                                </m:r>
                              </m:sub>
                            </m:sSub>
                          </m:fName>
                          <m:e>
                            <m:r>
                              <a:rPr lang="en-IN" b="1" i="1">
                                <a:latin typeface="Cambria Math" panose="02040503050406030204" pitchFamily="18" charset="0"/>
                              </a:rPr>
                              <m:t>𝟐</m:t>
                            </m:r>
                          </m:e>
                        </m:func>
                      </m:den>
                    </m:f>
                  </m:oMath>
                </a14:m>
                <a:r>
                  <a:rPr lang="en-IN" b="1" dirty="0">
                    <a:latin typeface="Bahnschrift" panose="020B0502040204020203" pitchFamily="34" charset="0"/>
                  </a:rPr>
                  <a:t>, then find the value of </a:t>
                </a:r>
                <a14:m>
                  <m:oMath xmlns:m="http://schemas.openxmlformats.org/officeDocument/2006/math">
                    <m:r>
                      <a:rPr lang="en-IN" b="1" i="1">
                        <a:latin typeface="Cambria Math" panose="02040503050406030204" pitchFamily="18" charset="0"/>
                      </a:rPr>
                      <m:t>𝒌</m:t>
                    </m:r>
                  </m:oMath>
                </a14:m>
                <a:r>
                  <a:rPr lang="en-IN" b="1" dirty="0">
                    <a:latin typeface="Bahnschrift" panose="020B0502040204020203" pitchFamily="34" charset="0"/>
                  </a:rPr>
                  <a:t>. </a:t>
                </a:r>
              </a:p>
            </p:txBody>
          </p:sp>
        </mc:Choice>
        <mc:Fallback xmlns="">
          <p:sp>
            <p:nvSpPr>
              <p:cNvPr id="2" name="TextBox 1">
                <a:extLst>
                  <a:ext uri="{FF2B5EF4-FFF2-40B4-BE49-F238E27FC236}">
                    <a16:creationId xmlns:a16="http://schemas.microsoft.com/office/drawing/2014/main" id="{DFBFDF10-CEA9-C59E-583A-E1976B099ECA}"/>
                  </a:ext>
                </a:extLst>
              </p:cNvPr>
              <p:cNvSpPr txBox="1">
                <a:spLocks noRot="1" noChangeAspect="1" noMove="1" noResize="1" noEditPoints="1" noAdjustHandles="1" noChangeArrowheads="1" noChangeShapeType="1" noTextEdit="1"/>
              </p:cNvSpPr>
              <p:nvPr/>
            </p:nvSpPr>
            <p:spPr>
              <a:xfrm>
                <a:off x="348488" y="262620"/>
                <a:ext cx="11528552" cy="797719"/>
              </a:xfrm>
              <a:prstGeom prst="rect">
                <a:avLst/>
              </a:prstGeom>
              <a:blipFill>
                <a:blip r:embed="rId2"/>
                <a:stretch>
                  <a:fillRect l="-423" b="-1221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928B28D-75AF-708A-820A-32C83517941D}"/>
                  </a:ext>
                </a:extLst>
              </p:cNvPr>
              <p:cNvSpPr txBox="1"/>
              <p:nvPr/>
            </p:nvSpPr>
            <p:spPr>
              <a:xfrm>
                <a:off x="348488" y="1177020"/>
                <a:ext cx="11660632" cy="4156522"/>
              </a:xfrm>
              <a:prstGeom prst="rect">
                <a:avLst/>
              </a:prstGeom>
              <a:noFill/>
            </p:spPr>
            <p:txBody>
              <a:bodyPr wrap="square" rtlCol="0">
                <a:spAutoFit/>
              </a:bodyPr>
              <a:lstStyle/>
              <a:p>
                <a:r>
                  <a:rPr lang="en-IN" b="1" dirty="0">
                    <a:latin typeface="Segoe Print" panose="02000600000000000000" pitchFamily="2" charset="0"/>
                  </a:rPr>
                  <a:t>SOLUTION</a:t>
                </a:r>
                <a:endParaRPr lang="en-IN" dirty="0">
                  <a:latin typeface="Segoe Print" panose="02000600000000000000" pitchFamily="2" charset="0"/>
                </a:endParaRPr>
              </a:p>
              <a:p>
                <a:r>
                  <a:rPr lang="en-IN" dirty="0">
                    <a:latin typeface="Segoe Print" panose="02000600000000000000" pitchFamily="2" charset="0"/>
                  </a:rPr>
                  <a:t>The graphs of </a:t>
                </a:r>
                <a14:m>
                  <m:oMath xmlns:m="http://schemas.openxmlformats.org/officeDocument/2006/math">
                    <m:r>
                      <a:rPr lang="en-IN" i="1">
                        <a:latin typeface="Cambria Math" panose="02040503050406030204" pitchFamily="18" charset="0"/>
                      </a:rPr>
                      <m:t>𝑦</m:t>
                    </m:r>
                    <m:r>
                      <a:rPr lang="en-IN">
                        <a:latin typeface="Cambria Math" panose="02040503050406030204" pitchFamily="18" charset="0"/>
                      </a:rPr>
                      <m:t>=</m:t>
                    </m:r>
                    <m:sSup>
                      <m:sSupPr>
                        <m:ctrlPr>
                          <a:rPr lang="en-IN">
                            <a:latin typeface="Cambria Math" panose="02040503050406030204" pitchFamily="18" charset="0"/>
                          </a:rPr>
                        </m:ctrlPr>
                      </m:sSupPr>
                      <m:e>
                        <m:r>
                          <a:rPr lang="en-IN">
                            <a:latin typeface="Cambria Math" panose="02040503050406030204" pitchFamily="18" charset="0"/>
                          </a:rPr>
                          <m:t>2</m:t>
                        </m:r>
                      </m:e>
                      <m:sup>
                        <m:r>
                          <a:rPr lang="en-IN" i="1">
                            <a:latin typeface="Cambria Math" panose="02040503050406030204" pitchFamily="18" charset="0"/>
                          </a:rPr>
                          <m:t>𝑘𝑥</m:t>
                        </m:r>
                      </m:sup>
                    </m:sSup>
                    <m:r>
                      <a:rPr lang="en-IN">
                        <a:latin typeface="Cambria Math" panose="02040503050406030204" pitchFamily="18" charset="0"/>
                      </a:rPr>
                      <m:t>,</m:t>
                    </m:r>
                    <m:r>
                      <a:rPr lang="en-IN" i="1">
                        <a:latin typeface="Cambria Math" panose="02040503050406030204" pitchFamily="18" charset="0"/>
                      </a:rPr>
                      <m:t>𝑥</m:t>
                    </m:r>
                    <m:r>
                      <a:rPr lang="en-IN">
                        <a:latin typeface="Cambria Math" panose="02040503050406030204" pitchFamily="18" charset="0"/>
                      </a:rPr>
                      <m:t>=0</m:t>
                    </m:r>
                  </m:oMath>
                </a14:m>
                <a:r>
                  <a:rPr lang="en-IN" dirty="0">
                    <a:latin typeface="Segoe Print" panose="02000600000000000000" pitchFamily="2" charset="0"/>
                  </a:rPr>
                  <a:t>and </a:t>
                </a:r>
                <a14:m>
                  <m:oMath xmlns:m="http://schemas.openxmlformats.org/officeDocument/2006/math">
                    <m:r>
                      <a:rPr lang="en-IN" i="1">
                        <a:latin typeface="Cambria Math" panose="02040503050406030204" pitchFamily="18" charset="0"/>
                      </a:rPr>
                      <m:t>𝑥</m:t>
                    </m:r>
                    <m:r>
                      <a:rPr lang="en-IN">
                        <a:latin typeface="Cambria Math" panose="02040503050406030204" pitchFamily="18" charset="0"/>
                      </a:rPr>
                      <m:t>=2</m:t>
                    </m:r>
                  </m:oMath>
                </a14:m>
                <a:r>
                  <a:rPr lang="en-IN" dirty="0">
                    <a:latin typeface="Segoe Print" panose="02000600000000000000" pitchFamily="2" charset="0"/>
                  </a:rPr>
                  <a:t>are shown in Fig. 20.9 and the region bounded by these curves in first quadrant is shaded in Fig. 20.9. Let us slice this region into vertical strips. The approximating rectangle shown in Fig. 20.9, has length </a:t>
                </a:r>
                <a14:m>
                  <m:oMath xmlns:m="http://schemas.openxmlformats.org/officeDocument/2006/math">
                    <m:r>
                      <a:rPr lang="en-IN">
                        <a:latin typeface="Cambria Math" panose="02040503050406030204" pitchFamily="18" charset="0"/>
                      </a:rPr>
                      <m:t>=|</m:t>
                    </m:r>
                    <m:r>
                      <a:rPr lang="en-IN" i="1">
                        <a:latin typeface="Cambria Math" panose="02040503050406030204" pitchFamily="18" charset="0"/>
                      </a:rPr>
                      <m:t>𝑦</m:t>
                    </m:r>
                    <m:r>
                      <a:rPr lang="en-IN">
                        <a:latin typeface="Cambria Math" panose="02040503050406030204" pitchFamily="18" charset="0"/>
                      </a:rPr>
                      <m:t>|</m:t>
                    </m:r>
                  </m:oMath>
                </a14:m>
                <a:r>
                  <a:rPr lang="en-IN" dirty="0">
                    <a:latin typeface="Segoe Print" panose="02000600000000000000" pitchFamily="2" charset="0"/>
                  </a:rPr>
                  <a:t>, width </a:t>
                </a:r>
                <a14:m>
                  <m:oMath xmlns:m="http://schemas.openxmlformats.org/officeDocument/2006/math">
                    <m:r>
                      <a:rPr lang="en-IN">
                        <a:latin typeface="Cambria Math" panose="02040503050406030204" pitchFamily="18" charset="0"/>
                      </a:rPr>
                      <m:t>=</m:t>
                    </m:r>
                    <m:r>
                      <a:rPr lang="en-IN" i="1">
                        <a:latin typeface="Cambria Math" panose="02040503050406030204" pitchFamily="18" charset="0"/>
                      </a:rPr>
                      <m:t>𝑑𝑥</m:t>
                    </m:r>
                  </m:oMath>
                </a14:m>
                <a:r>
                  <a:rPr lang="en-IN" dirty="0">
                    <a:latin typeface="Segoe Print" panose="02000600000000000000" pitchFamily="2" charset="0"/>
                  </a:rPr>
                  <a:t>and area </a:t>
                </a:r>
                <a14:m>
                  <m:oMath xmlns:m="http://schemas.openxmlformats.org/officeDocument/2006/math">
                    <m:r>
                      <a:rPr lang="en-IN">
                        <a:latin typeface="Cambria Math" panose="02040503050406030204" pitchFamily="18" charset="0"/>
                      </a:rPr>
                      <m:t>=|</m:t>
                    </m:r>
                    <m:r>
                      <a:rPr lang="en-IN" i="1">
                        <a:latin typeface="Cambria Math" panose="02040503050406030204" pitchFamily="18" charset="0"/>
                      </a:rPr>
                      <m:t>𝑦</m:t>
                    </m:r>
                    <m:r>
                      <a:rPr lang="en-IN">
                        <a:latin typeface="Cambria Math" panose="02040503050406030204" pitchFamily="18" charset="0"/>
                      </a:rPr>
                      <m:t>| </m:t>
                    </m:r>
                    <m:r>
                      <a:rPr lang="en-IN" i="1">
                        <a:latin typeface="Cambria Math" panose="02040503050406030204" pitchFamily="18" charset="0"/>
                      </a:rPr>
                      <m:t>𝑑𝑥</m:t>
                    </m:r>
                  </m:oMath>
                </a14:m>
                <a:r>
                  <a:rPr lang="en-IN" dirty="0">
                    <a:latin typeface="Segoe Print" panose="02000600000000000000" pitchFamily="2" charset="0"/>
                  </a:rPr>
                  <a:t>. Clearly, it can move horizontally between </a:t>
                </a:r>
                <a14:m>
                  <m:oMath xmlns:m="http://schemas.openxmlformats.org/officeDocument/2006/math">
                    <m:r>
                      <a:rPr lang="en-IN" i="1">
                        <a:latin typeface="Cambria Math" panose="02040503050406030204" pitchFamily="18" charset="0"/>
                      </a:rPr>
                      <m:t>𝑥</m:t>
                    </m:r>
                    <m:r>
                      <a:rPr lang="en-IN">
                        <a:latin typeface="Cambria Math" panose="02040503050406030204" pitchFamily="18" charset="0"/>
                      </a:rPr>
                      <m:t>=0</m:t>
                    </m:r>
                  </m:oMath>
                </a14:m>
                <a:r>
                  <a:rPr lang="en-IN" dirty="0">
                    <a:latin typeface="Segoe Print" panose="02000600000000000000" pitchFamily="2" charset="0"/>
                  </a:rPr>
                  <a:t>and </a:t>
                </a:r>
                <a14:m>
                  <m:oMath xmlns:m="http://schemas.openxmlformats.org/officeDocument/2006/math">
                    <m:r>
                      <a:rPr lang="en-IN" i="1">
                        <a:latin typeface="Cambria Math" panose="02040503050406030204" pitchFamily="18" charset="0"/>
                      </a:rPr>
                      <m:t>𝑥</m:t>
                    </m:r>
                    <m:r>
                      <a:rPr lang="en-IN">
                        <a:latin typeface="Cambria Math" panose="02040503050406030204" pitchFamily="18" charset="0"/>
                      </a:rPr>
                      <m:t>=2</m:t>
                    </m:r>
                  </m:oMath>
                </a14:m>
                <a:r>
                  <a:rPr lang="en-IN" dirty="0">
                    <a:latin typeface="Segoe Print" panose="02000600000000000000" pitchFamily="2" charset="0"/>
                  </a:rPr>
                  <a:t>. </a:t>
                </a:r>
              </a:p>
              <a:p>
                <a:pPr/>
                <a14:m>
                  <m:oMathPara xmlns:m="http://schemas.openxmlformats.org/officeDocument/2006/math">
                    <m:oMath>
                      <m:r>
                        <a:rPr lang="en-IN">
                          <a:latin typeface="Cambria Math" panose="02040503050406030204" pitchFamily="18" charset="0"/>
                        </a:rPr>
                        <m:t>∴</m:t>
                      </m:r>
                      <m:r>
                        <m:rPr>
                          <m:nor/>
                        </m:rPr>
                        <a:rPr lang="en-IN" i="0">
                          <a:latin typeface="Segoe Print" panose="02000600000000000000" pitchFamily="2" charset="0"/>
                        </a:rPr>
                        <m:t>Area of the shaded region</m:t>
                      </m:r>
                      <m:r>
                        <a:rPr lang="en-IN">
                          <a:latin typeface="Cambria Math" panose="02040503050406030204" pitchFamily="18" charset="0"/>
                        </a:rPr>
                        <m:t>=</m:t>
                      </m:r>
                      <m:nary>
                        <m:naryPr>
                          <m:limLoc m:val="subSup"/>
                          <m:ctrlPr>
                            <a:rPr lang="en-IN">
                              <a:latin typeface="Cambria Math" panose="02040503050406030204" pitchFamily="18" charset="0"/>
                            </a:rPr>
                          </m:ctrlPr>
                        </m:naryPr>
                        <m:sub>
                          <m:r>
                            <a:rPr lang="en-IN">
                              <a:latin typeface="Cambria Math" panose="02040503050406030204" pitchFamily="18" charset="0"/>
                            </a:rPr>
                            <m:t>0</m:t>
                          </m:r>
                        </m:sub>
                        <m:sup>
                          <m:r>
                            <a:rPr lang="en-IN">
                              <a:latin typeface="Cambria Math" panose="02040503050406030204" pitchFamily="18" charset="0"/>
                            </a:rPr>
                            <m:t>2</m:t>
                          </m:r>
                        </m:sup>
                        <m:e>
                          <m:r>
                            <a:rPr lang="en-IN">
                              <a:latin typeface="Cambria Math" panose="02040503050406030204" pitchFamily="18" charset="0"/>
                            </a:rPr>
                            <m:t>|</m:t>
                          </m:r>
                        </m:e>
                      </m:nary>
                      <m:r>
                        <a:rPr lang="en-IN" i="1">
                          <a:latin typeface="Cambria Math" panose="02040503050406030204" pitchFamily="18" charset="0"/>
                        </a:rPr>
                        <m:t>𝑦</m:t>
                      </m:r>
                      <m:r>
                        <a:rPr lang="en-IN">
                          <a:latin typeface="Cambria Math" panose="02040503050406030204" pitchFamily="18" charset="0"/>
                        </a:rPr>
                        <m:t>| </m:t>
                      </m:r>
                      <m:r>
                        <a:rPr lang="en-IN" i="1">
                          <a:latin typeface="Cambria Math" panose="02040503050406030204" pitchFamily="18" charset="0"/>
                        </a:rPr>
                        <m:t>𝑑𝑥</m:t>
                      </m:r>
                      <m:r>
                        <a:rPr lang="en-IN">
                          <a:latin typeface="Cambria Math" panose="02040503050406030204" pitchFamily="18" charset="0"/>
                        </a:rPr>
                        <m:t>=</m:t>
                      </m:r>
                      <m:nary>
                        <m:naryPr>
                          <m:limLoc m:val="subSup"/>
                          <m:ctrlPr>
                            <a:rPr lang="en-IN">
                              <a:latin typeface="Cambria Math" panose="02040503050406030204" pitchFamily="18" charset="0"/>
                            </a:rPr>
                          </m:ctrlPr>
                        </m:naryPr>
                        <m:sub>
                          <m:r>
                            <a:rPr lang="en-IN">
                              <a:latin typeface="Cambria Math" panose="02040503050406030204" pitchFamily="18" charset="0"/>
                            </a:rPr>
                            <m:t>0</m:t>
                          </m:r>
                        </m:sub>
                        <m:sup>
                          <m:r>
                            <a:rPr lang="en-IN">
                              <a:latin typeface="Cambria Math" panose="02040503050406030204" pitchFamily="18" charset="0"/>
                            </a:rPr>
                            <m:t>2</m:t>
                          </m:r>
                        </m:sup>
                        <m:e>
                          <m:r>
                            <a:rPr lang="en-IN" i="1">
                              <a:latin typeface="Cambria Math" panose="02040503050406030204" pitchFamily="18" charset="0"/>
                            </a:rPr>
                            <m:t>𝑦</m:t>
                          </m:r>
                        </m:e>
                      </m:nary>
                      <m:r>
                        <a:rPr lang="en-IN">
                          <a:latin typeface="Cambria Math" panose="02040503050406030204" pitchFamily="18" charset="0"/>
                        </a:rPr>
                        <m:t> </m:t>
                      </m:r>
                      <m:r>
                        <a:rPr lang="en-IN" i="1">
                          <a:latin typeface="Cambria Math" panose="02040503050406030204" pitchFamily="18" charset="0"/>
                        </a:rPr>
                        <m:t>𝑑𝑥</m:t>
                      </m:r>
                      <m:r>
                        <a:rPr lang="en-IN">
                          <a:latin typeface="Cambria Math" panose="02040503050406030204" pitchFamily="18" charset="0"/>
                        </a:rPr>
                        <m:t> </m:t>
                      </m:r>
                      <m:d>
                        <m:dPr>
                          <m:begChr m:val="["/>
                          <m:endChr m:val="]"/>
                          <m:ctrlPr>
                            <a:rPr lang="en-IN">
                              <a:latin typeface="Cambria Math" panose="02040503050406030204" pitchFamily="18" charset="0"/>
                            </a:rPr>
                          </m:ctrlPr>
                        </m:dPr>
                        <m:e>
                          <m:r>
                            <a:rPr lang="en-IN">
                              <a:latin typeface="Cambria Math" panose="02040503050406030204" pitchFamily="18" charset="0"/>
                            </a:rPr>
                            <m:t>∵</m:t>
                          </m:r>
                          <m:r>
                            <a:rPr lang="en-IN" i="1">
                              <a:latin typeface="Cambria Math" panose="02040503050406030204" pitchFamily="18" charset="0"/>
                            </a:rPr>
                            <m:t>𝑦</m:t>
                          </m:r>
                          <m:r>
                            <a:rPr lang="en-IN">
                              <a:latin typeface="Cambria Math" panose="02040503050406030204" pitchFamily="18" charset="0"/>
                            </a:rPr>
                            <m:t>≥0∴|</m:t>
                          </m:r>
                          <m:r>
                            <a:rPr lang="en-IN" i="1">
                              <a:latin typeface="Cambria Math" panose="02040503050406030204" pitchFamily="18" charset="0"/>
                            </a:rPr>
                            <m:t>𝑦</m:t>
                          </m:r>
                          <m:r>
                            <a:rPr lang="en-IN">
                              <a:latin typeface="Cambria Math" panose="02040503050406030204" pitchFamily="18" charset="0"/>
                            </a:rPr>
                            <m:t>|=</m:t>
                          </m:r>
                          <m:r>
                            <a:rPr lang="en-IN" i="1">
                              <a:latin typeface="Cambria Math" panose="02040503050406030204" pitchFamily="18" charset="0"/>
                            </a:rPr>
                            <m:t>𝑦</m:t>
                          </m:r>
                        </m:e>
                      </m:d>
                    </m:oMath>
                  </m:oMathPara>
                </a14:m>
                <a:endParaRPr lang="en-IN" dirty="0">
                  <a:latin typeface="Segoe Print" panose="02000600000000000000" pitchFamily="2" charset="0"/>
                </a:endParaRPr>
              </a:p>
              <a:p>
                <a:r>
                  <a:rPr lang="en-IN" dirty="0">
                    <a:latin typeface="Segoe Print" panose="02000600000000000000" pitchFamily="2" charset="0"/>
                  </a:rPr>
                  <a:t>But, it is given that the area of the shaded region is </a:t>
                </a:r>
                <a14:m>
                  <m:oMath xmlns:m="http://schemas.openxmlformats.org/officeDocument/2006/math">
                    <m:f>
                      <m:fPr>
                        <m:ctrlPr>
                          <a:rPr lang="en-IN">
                            <a:latin typeface="Cambria Math" panose="02040503050406030204" pitchFamily="18" charset="0"/>
                          </a:rPr>
                        </m:ctrlPr>
                      </m:fPr>
                      <m:num>
                        <m:r>
                          <a:rPr lang="en-IN">
                            <a:latin typeface="Cambria Math" panose="02040503050406030204" pitchFamily="18" charset="0"/>
                          </a:rPr>
                          <m:t>3</m:t>
                        </m:r>
                      </m:num>
                      <m:den>
                        <m:func>
                          <m:funcPr>
                            <m:ctrlPr>
                              <a:rPr lang="en-IN" i="1">
                                <a:latin typeface="Cambria Math" panose="02040503050406030204" pitchFamily="18" charset="0"/>
                              </a:rPr>
                            </m:ctrlPr>
                          </m:funcPr>
                          <m:fName>
                            <m:sSub>
                              <m:sSubPr>
                                <m:ctrlPr>
                                  <a:rPr lang="en-IN">
                                    <a:latin typeface="Cambria Math" panose="02040503050406030204" pitchFamily="18" charset="0"/>
                                  </a:rPr>
                                </m:ctrlPr>
                              </m:sSubPr>
                              <m:e>
                                <m:r>
                                  <m:rPr>
                                    <m:sty m:val="p"/>
                                  </m:rPr>
                                  <a:rPr lang="en-IN">
                                    <a:latin typeface="Cambria Math" panose="02040503050406030204" pitchFamily="18" charset="0"/>
                                  </a:rPr>
                                  <m:t>log</m:t>
                                </m:r>
                              </m:e>
                              <m:sub>
                                <m:r>
                                  <a:rPr lang="en-IN" i="1">
                                    <a:latin typeface="Cambria Math" panose="02040503050406030204" pitchFamily="18" charset="0"/>
                                  </a:rPr>
                                  <m:t>𝑒</m:t>
                                </m:r>
                              </m:sub>
                            </m:sSub>
                          </m:fName>
                          <m:e>
                            <m:r>
                              <a:rPr lang="en-IN">
                                <a:latin typeface="Cambria Math" panose="02040503050406030204" pitchFamily="18" charset="0"/>
                              </a:rPr>
                              <m:t>2</m:t>
                            </m:r>
                          </m:e>
                        </m:func>
                      </m:den>
                    </m:f>
                  </m:oMath>
                </a14:m>
                <a:r>
                  <a:rPr lang="en-IN" dirty="0">
                    <a:latin typeface="Segoe Print" panose="02000600000000000000" pitchFamily="2" charset="0"/>
                  </a:rPr>
                  <a:t>. </a:t>
                </a:r>
              </a:p>
              <a:p>
                <a:pPr/>
                <a14:m>
                  <m:oMathPara xmlns:m="http://schemas.openxmlformats.org/officeDocument/2006/math">
                    <m:oMath>
                      <m:r>
                        <a:rPr lang="en-IN">
                          <a:latin typeface="Cambria Math" panose="02040503050406030204" pitchFamily="18" charset="0"/>
                        </a:rPr>
                        <m:t>∴</m:t>
                      </m:r>
                      <m:nary>
                        <m:naryPr>
                          <m:limLoc m:val="subSup"/>
                          <m:ctrlPr>
                            <a:rPr lang="en-IN">
                              <a:latin typeface="Cambria Math" panose="02040503050406030204" pitchFamily="18" charset="0"/>
                            </a:rPr>
                          </m:ctrlPr>
                        </m:naryPr>
                        <m:sub>
                          <m:r>
                            <a:rPr lang="en-IN">
                              <a:latin typeface="Cambria Math" panose="02040503050406030204" pitchFamily="18" charset="0"/>
                            </a:rPr>
                            <m:t>0</m:t>
                          </m:r>
                        </m:sub>
                        <m:sup>
                          <m:r>
                            <a:rPr lang="en-IN">
                              <a:latin typeface="Cambria Math" panose="02040503050406030204" pitchFamily="18" charset="0"/>
                            </a:rPr>
                            <m:t>2</m:t>
                          </m:r>
                        </m:sup>
                        <m:e>
                          <m:r>
                            <a:rPr lang="en-IN">
                              <a:latin typeface="Cambria Math" panose="02040503050406030204" pitchFamily="18" charset="0"/>
                            </a:rPr>
                            <m:t>|</m:t>
                          </m:r>
                        </m:e>
                      </m:nary>
                      <m:r>
                        <a:rPr lang="en-IN" i="1">
                          <a:latin typeface="Cambria Math" panose="02040503050406030204" pitchFamily="18" charset="0"/>
                        </a:rPr>
                        <m:t>𝑦</m:t>
                      </m:r>
                      <m:r>
                        <a:rPr lang="en-IN">
                          <a:latin typeface="Cambria Math" panose="02040503050406030204" pitchFamily="18" charset="0"/>
                        </a:rPr>
                        <m:t>| </m:t>
                      </m:r>
                      <m:r>
                        <a:rPr lang="en-IN" i="1">
                          <a:latin typeface="Cambria Math" panose="02040503050406030204" pitchFamily="18" charset="0"/>
                        </a:rPr>
                        <m:t>𝑑𝑥</m:t>
                      </m:r>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3</m:t>
                          </m:r>
                        </m:num>
                        <m:den>
                          <m:func>
                            <m:funcPr>
                              <m:ctrlPr>
                                <a:rPr lang="en-IN" i="1">
                                  <a:latin typeface="Cambria Math" panose="02040503050406030204" pitchFamily="18" charset="0"/>
                                </a:rPr>
                              </m:ctrlPr>
                            </m:funcPr>
                            <m:fName>
                              <m:sSub>
                                <m:sSubPr>
                                  <m:ctrlPr>
                                    <a:rPr lang="en-IN">
                                      <a:latin typeface="Cambria Math" panose="02040503050406030204" pitchFamily="18" charset="0"/>
                                    </a:rPr>
                                  </m:ctrlPr>
                                </m:sSubPr>
                                <m:e>
                                  <m:r>
                                    <m:rPr>
                                      <m:sty m:val="p"/>
                                    </m:rPr>
                                    <a:rPr lang="en-IN">
                                      <a:latin typeface="Cambria Math" panose="02040503050406030204" pitchFamily="18" charset="0"/>
                                    </a:rPr>
                                    <m:t>log</m:t>
                                  </m:r>
                                </m:e>
                                <m:sub>
                                  <m:r>
                                    <a:rPr lang="en-IN" i="1">
                                      <a:latin typeface="Cambria Math" panose="02040503050406030204" pitchFamily="18" charset="0"/>
                                    </a:rPr>
                                    <m:t>𝑒</m:t>
                                  </m:r>
                                </m:sub>
                              </m:sSub>
                            </m:fName>
                            <m:e>
                              <m:r>
                                <a:rPr lang="en-IN">
                                  <a:latin typeface="Cambria Math" panose="02040503050406030204" pitchFamily="18" charset="0"/>
                                </a:rPr>
                                <m:t>2</m:t>
                              </m:r>
                            </m:e>
                          </m:func>
                        </m:den>
                      </m:f>
                      <m:r>
                        <a:rPr lang="en-IN">
                          <a:latin typeface="Cambria Math" panose="02040503050406030204" pitchFamily="18" charset="0"/>
                        </a:rPr>
                        <m:t>⟹</m:t>
                      </m:r>
                      <m:nary>
                        <m:naryPr>
                          <m:limLoc m:val="subSup"/>
                          <m:ctrlPr>
                            <a:rPr lang="en-IN">
                              <a:latin typeface="Cambria Math" panose="02040503050406030204" pitchFamily="18" charset="0"/>
                            </a:rPr>
                          </m:ctrlPr>
                        </m:naryPr>
                        <m:sub>
                          <m:r>
                            <a:rPr lang="en-IN">
                              <a:latin typeface="Cambria Math" panose="02040503050406030204" pitchFamily="18" charset="0"/>
                            </a:rPr>
                            <m:t>0</m:t>
                          </m:r>
                        </m:sub>
                        <m:sup>
                          <m:r>
                            <a:rPr lang="en-IN">
                              <a:latin typeface="Cambria Math" panose="02040503050406030204" pitchFamily="18" charset="0"/>
                            </a:rPr>
                            <m:t>2</m:t>
                          </m:r>
                        </m:sup>
                        <m:e>
                          <m:r>
                            <a:rPr lang="en-IN" i="1">
                              <a:latin typeface="Cambria Math" panose="02040503050406030204" pitchFamily="18" charset="0"/>
                            </a:rPr>
                            <m:t>𝑦</m:t>
                          </m:r>
                        </m:e>
                      </m:nary>
                      <m:r>
                        <a:rPr lang="en-IN">
                          <a:latin typeface="Cambria Math" panose="02040503050406030204" pitchFamily="18" charset="0"/>
                        </a:rPr>
                        <m:t> </m:t>
                      </m:r>
                      <m:r>
                        <a:rPr lang="en-IN" i="1">
                          <a:latin typeface="Cambria Math" panose="02040503050406030204" pitchFamily="18" charset="0"/>
                        </a:rPr>
                        <m:t>𝑑𝑥</m:t>
                      </m:r>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3</m:t>
                          </m:r>
                        </m:num>
                        <m:den>
                          <m:func>
                            <m:funcPr>
                              <m:ctrlPr>
                                <a:rPr lang="en-IN" i="1">
                                  <a:latin typeface="Cambria Math" panose="02040503050406030204" pitchFamily="18" charset="0"/>
                                </a:rPr>
                              </m:ctrlPr>
                            </m:funcPr>
                            <m:fName>
                              <m:sSub>
                                <m:sSubPr>
                                  <m:ctrlPr>
                                    <a:rPr lang="en-IN">
                                      <a:latin typeface="Cambria Math" panose="02040503050406030204" pitchFamily="18" charset="0"/>
                                    </a:rPr>
                                  </m:ctrlPr>
                                </m:sSubPr>
                                <m:e>
                                  <m:r>
                                    <m:rPr>
                                      <m:sty m:val="p"/>
                                    </m:rPr>
                                    <a:rPr lang="en-IN">
                                      <a:latin typeface="Cambria Math" panose="02040503050406030204" pitchFamily="18" charset="0"/>
                                    </a:rPr>
                                    <m:t>log</m:t>
                                  </m:r>
                                </m:e>
                                <m:sub>
                                  <m:r>
                                    <a:rPr lang="en-IN" i="1">
                                      <a:latin typeface="Cambria Math" panose="02040503050406030204" pitchFamily="18" charset="0"/>
                                    </a:rPr>
                                    <m:t>𝑒</m:t>
                                  </m:r>
                                </m:sub>
                              </m:sSub>
                            </m:fName>
                            <m:e>
                              <m:r>
                                <a:rPr lang="en-IN">
                                  <a:latin typeface="Cambria Math" panose="02040503050406030204" pitchFamily="18" charset="0"/>
                                </a:rPr>
                                <m:t>2</m:t>
                              </m:r>
                            </m:e>
                          </m:func>
                        </m:den>
                      </m:f>
                      <m:r>
                        <a:rPr lang="en-IN">
                          <a:latin typeface="Cambria Math" panose="02040503050406030204" pitchFamily="18" charset="0"/>
                        </a:rPr>
                        <m:t>⟹</m:t>
                      </m:r>
                      <m:nary>
                        <m:naryPr>
                          <m:limLoc m:val="subSup"/>
                          <m:ctrlPr>
                            <a:rPr lang="en-IN">
                              <a:latin typeface="Cambria Math" panose="02040503050406030204" pitchFamily="18" charset="0"/>
                            </a:rPr>
                          </m:ctrlPr>
                        </m:naryPr>
                        <m:sub>
                          <m:r>
                            <a:rPr lang="en-IN">
                              <a:latin typeface="Cambria Math" panose="02040503050406030204" pitchFamily="18" charset="0"/>
                            </a:rPr>
                            <m:t>0</m:t>
                          </m:r>
                        </m:sub>
                        <m:sup>
                          <m:r>
                            <a:rPr lang="en-IN">
                              <a:latin typeface="Cambria Math" panose="02040503050406030204" pitchFamily="18" charset="0"/>
                            </a:rPr>
                            <m:t>2</m:t>
                          </m:r>
                        </m:sup>
                        <m:e>
                          <m:sSup>
                            <m:sSupPr>
                              <m:ctrlPr>
                                <a:rPr lang="en-IN">
                                  <a:latin typeface="Cambria Math" panose="02040503050406030204" pitchFamily="18" charset="0"/>
                                </a:rPr>
                              </m:ctrlPr>
                            </m:sSupPr>
                            <m:e>
                              <m:r>
                                <a:rPr lang="en-IN">
                                  <a:latin typeface="Cambria Math" panose="02040503050406030204" pitchFamily="18" charset="0"/>
                                </a:rPr>
                                <m:t>2</m:t>
                              </m:r>
                            </m:e>
                            <m:sup>
                              <m:r>
                                <a:rPr lang="en-IN" i="1">
                                  <a:latin typeface="Cambria Math" panose="02040503050406030204" pitchFamily="18" charset="0"/>
                                </a:rPr>
                                <m:t>𝑘𝑥</m:t>
                              </m:r>
                            </m:sup>
                          </m:sSup>
                        </m:e>
                      </m:nary>
                      <m:r>
                        <a:rPr lang="en-IN">
                          <a:latin typeface="Cambria Math" panose="02040503050406030204" pitchFamily="18" charset="0"/>
                        </a:rPr>
                        <m:t> </m:t>
                      </m:r>
                      <m:r>
                        <a:rPr lang="en-IN" i="1">
                          <a:latin typeface="Cambria Math" panose="02040503050406030204" pitchFamily="18" charset="0"/>
                        </a:rPr>
                        <m:t>𝑑𝑥</m:t>
                      </m:r>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3</m:t>
                          </m:r>
                        </m:num>
                        <m:den>
                          <m:func>
                            <m:funcPr>
                              <m:ctrlPr>
                                <a:rPr lang="en-IN" i="1">
                                  <a:latin typeface="Cambria Math" panose="02040503050406030204" pitchFamily="18" charset="0"/>
                                </a:rPr>
                              </m:ctrlPr>
                            </m:funcPr>
                            <m:fName>
                              <m:sSub>
                                <m:sSubPr>
                                  <m:ctrlPr>
                                    <a:rPr lang="en-IN">
                                      <a:latin typeface="Cambria Math" panose="02040503050406030204" pitchFamily="18" charset="0"/>
                                    </a:rPr>
                                  </m:ctrlPr>
                                </m:sSubPr>
                                <m:e>
                                  <m:r>
                                    <m:rPr>
                                      <m:sty m:val="p"/>
                                    </m:rPr>
                                    <a:rPr lang="en-IN">
                                      <a:latin typeface="Cambria Math" panose="02040503050406030204" pitchFamily="18" charset="0"/>
                                    </a:rPr>
                                    <m:t>log</m:t>
                                  </m:r>
                                </m:e>
                                <m:sub>
                                  <m:r>
                                    <a:rPr lang="en-IN" i="1">
                                      <a:latin typeface="Cambria Math" panose="02040503050406030204" pitchFamily="18" charset="0"/>
                                    </a:rPr>
                                    <m:t>𝑒</m:t>
                                  </m:r>
                                </m:sub>
                              </m:sSub>
                            </m:fName>
                            <m:e>
                              <m:r>
                                <a:rPr lang="en-IN">
                                  <a:latin typeface="Cambria Math" panose="02040503050406030204" pitchFamily="18" charset="0"/>
                                </a:rPr>
                                <m:t>2</m:t>
                              </m:r>
                            </m:e>
                          </m:func>
                        </m:den>
                      </m:f>
                    </m:oMath>
                  </m:oMathPara>
                </a14:m>
                <a:endParaRPr lang="en-IN" dirty="0">
                  <a:latin typeface="Segoe Print" panose="02000600000000000000" pitchFamily="2" charset="0"/>
                </a:endParaRPr>
              </a:p>
              <a:p>
                <a:pPr/>
                <a14:m>
                  <m:oMathPara xmlns:m="http://schemas.openxmlformats.org/officeDocument/2006/math">
                    <m:oMath>
                      <m:r>
                        <a:rPr lang="en-IN">
                          <a:latin typeface="Cambria Math" panose="02040503050406030204" pitchFamily="18" charset="0"/>
                        </a:rPr>
                        <m:t>⇒</m:t>
                      </m:r>
                      <m:sSubSup>
                        <m:sSubSupPr>
                          <m:ctrlPr>
                            <a:rPr lang="en-IN" i="1">
                              <a:latin typeface="Cambria Math" panose="02040503050406030204" pitchFamily="18" charset="0"/>
                            </a:rPr>
                          </m:ctrlPr>
                        </m:sSubSupPr>
                        <m:e>
                          <m:d>
                            <m:dPr>
                              <m:begChr m:val="["/>
                              <m:endChr m:val="]"/>
                              <m:ctrlPr>
                                <a:rPr lang="en-IN" i="1">
                                  <a:latin typeface="Cambria Math" panose="02040503050406030204" pitchFamily="18" charset="0"/>
                                </a:rPr>
                              </m:ctrlPr>
                            </m:dPr>
                            <m:e>
                              <m:f>
                                <m:fPr>
                                  <m:ctrlPr>
                                    <a:rPr lang="en-IN" i="1">
                                      <a:latin typeface="Cambria Math" panose="02040503050406030204" pitchFamily="18" charset="0"/>
                                    </a:rPr>
                                  </m:ctrlPr>
                                </m:fPr>
                                <m:num>
                                  <m:sSup>
                                    <m:sSupPr>
                                      <m:ctrlPr>
                                        <a:rPr lang="en-IN">
                                          <a:latin typeface="Cambria Math" panose="02040503050406030204" pitchFamily="18" charset="0"/>
                                        </a:rPr>
                                      </m:ctrlPr>
                                    </m:sSupPr>
                                    <m:e>
                                      <m:r>
                                        <a:rPr lang="en-IN">
                                          <a:latin typeface="Cambria Math" panose="02040503050406030204" pitchFamily="18" charset="0"/>
                                        </a:rPr>
                                        <m:t>2</m:t>
                                      </m:r>
                                    </m:e>
                                    <m:sup>
                                      <m:r>
                                        <a:rPr lang="en-IN" i="1">
                                          <a:latin typeface="Cambria Math" panose="02040503050406030204" pitchFamily="18" charset="0"/>
                                        </a:rPr>
                                        <m:t>𝑘𝑥</m:t>
                                      </m:r>
                                    </m:sup>
                                  </m:sSup>
                                </m:num>
                                <m:den>
                                  <m:r>
                                    <a:rPr lang="en-IN" i="1">
                                      <a:latin typeface="Cambria Math" panose="02040503050406030204" pitchFamily="18" charset="0"/>
                                    </a:rPr>
                                    <m:t>𝑘</m:t>
                                  </m:r>
                                  <m:func>
                                    <m:funcPr>
                                      <m:ctrlPr>
                                        <a:rPr lang="en-IN" i="1">
                                          <a:latin typeface="Cambria Math" panose="02040503050406030204" pitchFamily="18" charset="0"/>
                                        </a:rPr>
                                      </m:ctrlPr>
                                    </m:funcPr>
                                    <m:fName>
                                      <m:sSub>
                                        <m:sSubPr>
                                          <m:ctrlPr>
                                            <a:rPr lang="en-IN">
                                              <a:latin typeface="Cambria Math" panose="02040503050406030204" pitchFamily="18" charset="0"/>
                                            </a:rPr>
                                          </m:ctrlPr>
                                        </m:sSubPr>
                                        <m:e>
                                          <m:r>
                                            <m:rPr>
                                              <m:sty m:val="p"/>
                                            </m:rPr>
                                            <a:rPr lang="en-IN">
                                              <a:latin typeface="Cambria Math" panose="02040503050406030204" pitchFamily="18" charset="0"/>
                                            </a:rPr>
                                            <m:t>log</m:t>
                                          </m:r>
                                        </m:e>
                                        <m:sub>
                                          <m:r>
                                            <a:rPr lang="en-IN" i="1">
                                              <a:latin typeface="Cambria Math" panose="02040503050406030204" pitchFamily="18" charset="0"/>
                                            </a:rPr>
                                            <m:t>𝑒</m:t>
                                          </m:r>
                                        </m:sub>
                                      </m:sSub>
                                    </m:fName>
                                    <m:e>
                                      <m:r>
                                        <a:rPr lang="en-IN">
                                          <a:latin typeface="Cambria Math" panose="02040503050406030204" pitchFamily="18" charset="0"/>
                                        </a:rPr>
                                        <m:t>2</m:t>
                                      </m:r>
                                    </m:e>
                                  </m:func>
                                </m:den>
                              </m:f>
                            </m:e>
                          </m:d>
                        </m:e>
                        <m:sub>
                          <m:r>
                            <a:rPr lang="en-IN">
                              <a:latin typeface="Cambria Math" panose="02040503050406030204" pitchFamily="18" charset="0"/>
                            </a:rPr>
                            <m:t>0</m:t>
                          </m:r>
                        </m:sub>
                        <m:sup>
                          <m:r>
                            <a:rPr lang="en-IN">
                              <a:latin typeface="Cambria Math" panose="02040503050406030204" pitchFamily="18" charset="0"/>
                            </a:rPr>
                            <m:t>2</m:t>
                          </m:r>
                        </m:sup>
                      </m:sSubSup>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3</m:t>
                          </m:r>
                        </m:num>
                        <m:den>
                          <m:func>
                            <m:funcPr>
                              <m:ctrlPr>
                                <a:rPr lang="en-IN" i="1">
                                  <a:latin typeface="Cambria Math" panose="02040503050406030204" pitchFamily="18" charset="0"/>
                                </a:rPr>
                              </m:ctrlPr>
                            </m:funcPr>
                            <m:fName>
                              <m:sSub>
                                <m:sSubPr>
                                  <m:ctrlPr>
                                    <a:rPr lang="en-IN">
                                      <a:latin typeface="Cambria Math" panose="02040503050406030204" pitchFamily="18" charset="0"/>
                                    </a:rPr>
                                  </m:ctrlPr>
                                </m:sSubPr>
                                <m:e>
                                  <m:r>
                                    <m:rPr>
                                      <m:sty m:val="p"/>
                                    </m:rPr>
                                    <a:rPr lang="en-IN">
                                      <a:latin typeface="Cambria Math" panose="02040503050406030204" pitchFamily="18" charset="0"/>
                                    </a:rPr>
                                    <m:t>log</m:t>
                                  </m:r>
                                </m:e>
                                <m:sub>
                                  <m:r>
                                    <a:rPr lang="en-IN" i="1">
                                      <a:latin typeface="Cambria Math" panose="02040503050406030204" pitchFamily="18" charset="0"/>
                                    </a:rPr>
                                    <m:t>𝑒</m:t>
                                  </m:r>
                                </m:sub>
                              </m:sSub>
                            </m:fName>
                            <m:e>
                              <m:r>
                                <a:rPr lang="en-IN">
                                  <a:latin typeface="Cambria Math" panose="02040503050406030204" pitchFamily="18" charset="0"/>
                                </a:rPr>
                                <m:t>2</m:t>
                              </m:r>
                            </m:e>
                          </m:func>
                        </m:den>
                      </m:f>
                      <m:r>
                        <a:rPr lang="en-IN">
                          <a:latin typeface="Cambria Math" panose="02040503050406030204" pitchFamily="18" charset="0"/>
                        </a:rPr>
                        <m:t>⟹</m:t>
                      </m:r>
                      <m:f>
                        <m:fPr>
                          <m:ctrlPr>
                            <a:rPr lang="en-IN" i="1">
                              <a:latin typeface="Cambria Math" panose="02040503050406030204" pitchFamily="18" charset="0"/>
                            </a:rPr>
                          </m:ctrlPr>
                        </m:fPr>
                        <m:num>
                          <m:sSup>
                            <m:sSupPr>
                              <m:ctrlPr>
                                <a:rPr lang="en-IN">
                                  <a:latin typeface="Cambria Math" panose="02040503050406030204" pitchFamily="18" charset="0"/>
                                </a:rPr>
                              </m:ctrlPr>
                            </m:sSupPr>
                            <m:e>
                              <m:r>
                                <a:rPr lang="en-IN">
                                  <a:latin typeface="Cambria Math" panose="02040503050406030204" pitchFamily="18" charset="0"/>
                                </a:rPr>
                                <m:t>2</m:t>
                              </m:r>
                            </m:e>
                            <m:sup>
                              <m:r>
                                <a:rPr lang="en-IN">
                                  <a:latin typeface="Cambria Math" panose="02040503050406030204" pitchFamily="18" charset="0"/>
                                </a:rPr>
                                <m:t>2</m:t>
                              </m:r>
                              <m:r>
                                <a:rPr lang="en-IN" i="1">
                                  <a:latin typeface="Cambria Math" panose="02040503050406030204" pitchFamily="18" charset="0"/>
                                </a:rPr>
                                <m:t>𝑘</m:t>
                              </m:r>
                            </m:sup>
                          </m:sSup>
                        </m:num>
                        <m:den>
                          <m:r>
                            <a:rPr lang="en-IN" i="1">
                              <a:latin typeface="Cambria Math" panose="02040503050406030204" pitchFamily="18" charset="0"/>
                            </a:rPr>
                            <m:t>𝑘</m:t>
                          </m:r>
                          <m:func>
                            <m:funcPr>
                              <m:ctrlPr>
                                <a:rPr lang="en-IN" i="1">
                                  <a:latin typeface="Cambria Math" panose="02040503050406030204" pitchFamily="18" charset="0"/>
                                </a:rPr>
                              </m:ctrlPr>
                            </m:funcPr>
                            <m:fName>
                              <m:sSub>
                                <m:sSubPr>
                                  <m:ctrlPr>
                                    <a:rPr lang="en-IN">
                                      <a:latin typeface="Cambria Math" panose="02040503050406030204" pitchFamily="18" charset="0"/>
                                    </a:rPr>
                                  </m:ctrlPr>
                                </m:sSubPr>
                                <m:e>
                                  <m:r>
                                    <m:rPr>
                                      <m:sty m:val="p"/>
                                    </m:rPr>
                                    <a:rPr lang="en-IN">
                                      <a:latin typeface="Cambria Math" panose="02040503050406030204" pitchFamily="18" charset="0"/>
                                    </a:rPr>
                                    <m:t>log</m:t>
                                  </m:r>
                                </m:e>
                                <m:sub>
                                  <m:r>
                                    <a:rPr lang="en-IN" i="1">
                                      <a:latin typeface="Cambria Math" panose="02040503050406030204" pitchFamily="18" charset="0"/>
                                    </a:rPr>
                                    <m:t>𝑒</m:t>
                                  </m:r>
                                </m:sub>
                              </m:sSub>
                            </m:fName>
                            <m:e>
                              <m:r>
                                <a:rPr lang="en-IN">
                                  <a:latin typeface="Cambria Math" panose="02040503050406030204" pitchFamily="18" charset="0"/>
                                </a:rPr>
                                <m:t>2</m:t>
                              </m:r>
                            </m:e>
                          </m:func>
                        </m:den>
                      </m:f>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1</m:t>
                          </m:r>
                        </m:num>
                        <m:den>
                          <m:r>
                            <a:rPr lang="en-IN" i="1">
                              <a:latin typeface="Cambria Math" panose="02040503050406030204" pitchFamily="18" charset="0"/>
                            </a:rPr>
                            <m:t>𝑘</m:t>
                          </m:r>
                          <m:func>
                            <m:funcPr>
                              <m:ctrlPr>
                                <a:rPr lang="en-IN" i="1">
                                  <a:latin typeface="Cambria Math" panose="02040503050406030204" pitchFamily="18" charset="0"/>
                                </a:rPr>
                              </m:ctrlPr>
                            </m:funcPr>
                            <m:fName>
                              <m:sSub>
                                <m:sSubPr>
                                  <m:ctrlPr>
                                    <a:rPr lang="en-IN">
                                      <a:latin typeface="Cambria Math" panose="02040503050406030204" pitchFamily="18" charset="0"/>
                                    </a:rPr>
                                  </m:ctrlPr>
                                </m:sSubPr>
                                <m:e>
                                  <m:r>
                                    <m:rPr>
                                      <m:sty m:val="p"/>
                                    </m:rPr>
                                    <a:rPr lang="en-IN">
                                      <a:latin typeface="Cambria Math" panose="02040503050406030204" pitchFamily="18" charset="0"/>
                                    </a:rPr>
                                    <m:t>log</m:t>
                                  </m:r>
                                </m:e>
                                <m:sub>
                                  <m:r>
                                    <a:rPr lang="en-IN" i="1">
                                      <a:latin typeface="Cambria Math" panose="02040503050406030204" pitchFamily="18" charset="0"/>
                                    </a:rPr>
                                    <m:t>𝑒</m:t>
                                  </m:r>
                                </m:sub>
                              </m:sSub>
                            </m:fName>
                            <m:e>
                              <m:r>
                                <a:rPr lang="en-IN">
                                  <a:latin typeface="Cambria Math" panose="02040503050406030204" pitchFamily="18" charset="0"/>
                                </a:rPr>
                                <m:t>2</m:t>
                              </m:r>
                            </m:e>
                          </m:func>
                        </m:den>
                      </m:f>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3</m:t>
                          </m:r>
                        </m:num>
                        <m:den>
                          <m:func>
                            <m:funcPr>
                              <m:ctrlPr>
                                <a:rPr lang="en-IN" i="1">
                                  <a:latin typeface="Cambria Math" panose="02040503050406030204" pitchFamily="18" charset="0"/>
                                </a:rPr>
                              </m:ctrlPr>
                            </m:funcPr>
                            <m:fName>
                              <m:sSub>
                                <m:sSubPr>
                                  <m:ctrlPr>
                                    <a:rPr lang="en-IN">
                                      <a:latin typeface="Cambria Math" panose="02040503050406030204" pitchFamily="18" charset="0"/>
                                    </a:rPr>
                                  </m:ctrlPr>
                                </m:sSubPr>
                                <m:e>
                                  <m:r>
                                    <m:rPr>
                                      <m:sty m:val="p"/>
                                    </m:rPr>
                                    <a:rPr lang="en-IN">
                                      <a:latin typeface="Cambria Math" panose="02040503050406030204" pitchFamily="18" charset="0"/>
                                    </a:rPr>
                                    <m:t>log</m:t>
                                  </m:r>
                                </m:e>
                                <m:sub>
                                  <m:r>
                                    <a:rPr lang="en-IN" i="1">
                                      <a:latin typeface="Cambria Math" panose="02040503050406030204" pitchFamily="18" charset="0"/>
                                    </a:rPr>
                                    <m:t>𝑒</m:t>
                                  </m:r>
                                </m:sub>
                              </m:sSub>
                            </m:fName>
                            <m:e>
                              <m:r>
                                <a:rPr lang="en-IN">
                                  <a:latin typeface="Cambria Math" panose="02040503050406030204" pitchFamily="18" charset="0"/>
                                </a:rPr>
                                <m:t>2</m:t>
                              </m:r>
                            </m:e>
                          </m:func>
                        </m:den>
                      </m:f>
                      <m:r>
                        <a:rPr lang="en-IN">
                          <a:latin typeface="Cambria Math" panose="02040503050406030204" pitchFamily="18" charset="0"/>
                        </a:rPr>
                        <m:t>⟹</m:t>
                      </m:r>
                      <m:f>
                        <m:fPr>
                          <m:ctrlPr>
                            <a:rPr lang="en-IN" i="1">
                              <a:latin typeface="Cambria Math" panose="02040503050406030204" pitchFamily="18" charset="0"/>
                            </a:rPr>
                          </m:ctrlPr>
                        </m:fPr>
                        <m:num>
                          <m:sSup>
                            <m:sSupPr>
                              <m:ctrlPr>
                                <a:rPr lang="en-IN">
                                  <a:latin typeface="Cambria Math" panose="02040503050406030204" pitchFamily="18" charset="0"/>
                                </a:rPr>
                              </m:ctrlPr>
                            </m:sSupPr>
                            <m:e>
                              <m:r>
                                <a:rPr lang="en-IN">
                                  <a:latin typeface="Cambria Math" panose="02040503050406030204" pitchFamily="18" charset="0"/>
                                </a:rPr>
                                <m:t>4</m:t>
                              </m:r>
                            </m:e>
                            <m:sup>
                              <m:r>
                                <a:rPr lang="en-IN" i="1">
                                  <a:latin typeface="Cambria Math" panose="02040503050406030204" pitchFamily="18" charset="0"/>
                                </a:rPr>
                                <m:t>𝑘</m:t>
                              </m:r>
                            </m:sup>
                          </m:sSup>
                          <m:r>
                            <a:rPr lang="en-IN">
                              <a:latin typeface="Cambria Math" panose="02040503050406030204" pitchFamily="18" charset="0"/>
                            </a:rPr>
                            <m:t>−1</m:t>
                          </m:r>
                        </m:num>
                        <m:den>
                          <m:r>
                            <a:rPr lang="en-IN" i="1">
                              <a:latin typeface="Cambria Math" panose="02040503050406030204" pitchFamily="18" charset="0"/>
                            </a:rPr>
                            <m:t>𝑘</m:t>
                          </m:r>
                        </m:den>
                      </m:f>
                      <m:r>
                        <a:rPr lang="en-IN">
                          <a:latin typeface="Cambria Math" panose="02040503050406030204" pitchFamily="18" charset="0"/>
                        </a:rPr>
                        <m:t>=3</m:t>
                      </m:r>
                    </m:oMath>
                  </m:oMathPara>
                </a14:m>
                <a:endParaRPr lang="en-IN" dirty="0">
                  <a:latin typeface="Segoe Print" panose="02000600000000000000" pitchFamily="2" charset="0"/>
                </a:endParaRPr>
              </a:p>
              <a:p>
                <a:r>
                  <a:rPr lang="en-IN" dirty="0">
                    <a:latin typeface="Segoe Print" panose="02000600000000000000" pitchFamily="2" charset="0"/>
                  </a:rPr>
                  <a:t>Clearly, </a:t>
                </a:r>
                <a14:m>
                  <m:oMath xmlns:m="http://schemas.openxmlformats.org/officeDocument/2006/math">
                    <m:r>
                      <a:rPr lang="en-IN" i="1">
                        <a:latin typeface="Cambria Math" panose="02040503050406030204" pitchFamily="18" charset="0"/>
                      </a:rPr>
                      <m:t>𝑘</m:t>
                    </m:r>
                    <m:r>
                      <a:rPr lang="en-IN">
                        <a:latin typeface="Cambria Math" panose="02040503050406030204" pitchFamily="18" charset="0"/>
                      </a:rPr>
                      <m:t>=1</m:t>
                    </m:r>
                  </m:oMath>
                </a14:m>
                <a:r>
                  <a:rPr lang="en-IN" dirty="0">
                    <a:latin typeface="Segoe Print" panose="02000600000000000000" pitchFamily="2" charset="0"/>
                  </a:rPr>
                  <a:t>satisfies this equation[cite: 17]. Hence, </a:t>
                </a:r>
                <a14:m>
                  <m:oMath xmlns:m="http://schemas.openxmlformats.org/officeDocument/2006/math">
                    <m:r>
                      <a:rPr lang="en-IN" i="1">
                        <a:latin typeface="Cambria Math" panose="02040503050406030204" pitchFamily="18" charset="0"/>
                      </a:rPr>
                      <m:t>𝑘</m:t>
                    </m:r>
                    <m:r>
                      <a:rPr lang="en-IN">
                        <a:latin typeface="Cambria Math" panose="02040503050406030204" pitchFamily="18" charset="0"/>
                      </a:rPr>
                      <m:t>=1</m:t>
                    </m:r>
                  </m:oMath>
                </a14:m>
                <a:endParaRPr lang="en-IN" b="1" dirty="0">
                  <a:latin typeface="Segoe Print" panose="02000600000000000000" pitchFamily="2" charset="0"/>
                </a:endParaRPr>
              </a:p>
            </p:txBody>
          </p:sp>
        </mc:Choice>
        <mc:Fallback xmlns="">
          <p:sp>
            <p:nvSpPr>
              <p:cNvPr id="4" name="TextBox 3">
                <a:extLst>
                  <a:ext uri="{FF2B5EF4-FFF2-40B4-BE49-F238E27FC236}">
                    <a16:creationId xmlns:a16="http://schemas.microsoft.com/office/drawing/2014/main" id="{1928B28D-75AF-708A-820A-32C83517941D}"/>
                  </a:ext>
                </a:extLst>
              </p:cNvPr>
              <p:cNvSpPr txBox="1">
                <a:spLocks noRot="1" noChangeAspect="1" noMove="1" noResize="1" noEditPoints="1" noAdjustHandles="1" noChangeArrowheads="1" noChangeShapeType="1" noTextEdit="1"/>
              </p:cNvSpPr>
              <p:nvPr/>
            </p:nvSpPr>
            <p:spPr>
              <a:xfrm>
                <a:off x="348488" y="1177020"/>
                <a:ext cx="11660632" cy="4156522"/>
              </a:xfrm>
              <a:prstGeom prst="rect">
                <a:avLst/>
              </a:prstGeom>
              <a:blipFill>
                <a:blip r:embed="rId3"/>
                <a:stretch>
                  <a:fillRect l="-418" t="-733" r="-941" b="-1466"/>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0E67E313-A3E0-C3D4-43FB-FC2B03374CCA}"/>
              </a:ext>
            </a:extLst>
          </p:cNvPr>
          <p:cNvPicPr>
            <a:picLocks noChangeAspect="1"/>
          </p:cNvPicPr>
          <p:nvPr/>
        </p:nvPicPr>
        <p:blipFill>
          <a:blip r:embed="rId4">
            <a:extLst>
              <a:ext uri="{28A0092B-C50C-407E-A947-70E740481C1C}">
                <a14:useLocalDpi xmlns:a14="http://schemas.microsoft.com/office/drawing/2010/main" val="0"/>
              </a:ext>
            </a:extLst>
          </a:blip>
          <a:srcRect l="22134" t="43333" r="33399" b="28000"/>
          <a:stretch>
            <a:fillRect/>
          </a:stretch>
        </p:blipFill>
        <p:spPr>
          <a:xfrm>
            <a:off x="9217152" y="4779570"/>
            <a:ext cx="2331719" cy="2005278"/>
          </a:xfrm>
          <a:prstGeom prst="rect">
            <a:avLst/>
          </a:prstGeom>
        </p:spPr>
      </p:pic>
    </p:spTree>
    <p:extLst>
      <p:ext uri="{BB962C8B-B14F-4D97-AF65-F5344CB8AC3E}">
        <p14:creationId xmlns:p14="http://schemas.microsoft.com/office/powerpoint/2010/main" val="5402748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9959BA8-081F-05DF-07F4-89ED01B4492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A19F321-550C-1389-B28B-CDB745177DBC}"/>
                  </a:ext>
                </a:extLst>
              </p:cNvPr>
              <p:cNvSpPr txBox="1"/>
              <p:nvPr/>
            </p:nvSpPr>
            <p:spPr>
              <a:xfrm>
                <a:off x="348488" y="262620"/>
                <a:ext cx="11528552" cy="707886"/>
              </a:xfrm>
              <a:prstGeom prst="rect">
                <a:avLst/>
              </a:prstGeom>
              <a:noFill/>
            </p:spPr>
            <p:txBody>
              <a:bodyPr wrap="square" rtlCol="0">
                <a:spAutoFit/>
              </a:bodyPr>
              <a:lstStyle/>
              <a:p>
                <a:r>
                  <a:rPr lang="en-IN" sz="2000" b="1" dirty="0">
                    <a:latin typeface="Bahnschrift" panose="020B0502040204020203" pitchFamily="34" charset="0"/>
                  </a:rPr>
                  <a:t>Question: Using integration, find the area of the region bounded by the line </a:t>
                </a:r>
                <a14:m>
                  <m:oMath xmlns:m="http://schemas.openxmlformats.org/officeDocument/2006/math">
                    <m:r>
                      <a:rPr lang="en-IN" sz="2000" b="1" i="1">
                        <a:latin typeface="Cambria Math" panose="02040503050406030204" pitchFamily="18" charset="0"/>
                      </a:rPr>
                      <m:t>𝟐</m:t>
                    </m:r>
                    <m:r>
                      <a:rPr lang="en-IN" sz="2000" b="1" i="1">
                        <a:latin typeface="Cambria Math" panose="02040503050406030204" pitchFamily="18" charset="0"/>
                      </a:rPr>
                      <m:t>𝒚</m:t>
                    </m:r>
                    <m:r>
                      <a:rPr lang="en-IN" sz="2000" b="1">
                        <a:latin typeface="Cambria Math" panose="02040503050406030204" pitchFamily="18" charset="0"/>
                      </a:rPr>
                      <m:t>=−</m:t>
                    </m:r>
                    <m:r>
                      <a:rPr lang="en-IN" sz="2000" b="1" i="1">
                        <a:latin typeface="Cambria Math" panose="02040503050406030204" pitchFamily="18" charset="0"/>
                      </a:rPr>
                      <m:t>𝒙</m:t>
                    </m:r>
                    <m:r>
                      <a:rPr lang="en-IN" sz="2000" b="1">
                        <a:latin typeface="Cambria Math" panose="02040503050406030204" pitchFamily="18" charset="0"/>
                      </a:rPr>
                      <m:t>+</m:t>
                    </m:r>
                    <m:r>
                      <a:rPr lang="en-IN" sz="2000" b="1" i="1">
                        <a:latin typeface="Cambria Math" panose="02040503050406030204" pitchFamily="18" charset="0"/>
                      </a:rPr>
                      <m:t>𝟖</m:t>
                    </m:r>
                  </m:oMath>
                </a14:m>
                <a:r>
                  <a:rPr lang="en-IN" sz="2000" b="1" dirty="0">
                    <a:latin typeface="Bahnschrift" panose="020B0502040204020203" pitchFamily="34" charset="0"/>
                  </a:rPr>
                  <a:t>, </a:t>
                </a:r>
                <a14:m>
                  <m:oMath xmlns:m="http://schemas.openxmlformats.org/officeDocument/2006/math">
                    <m:r>
                      <a:rPr lang="en-IN" sz="2000" b="1" i="1">
                        <a:latin typeface="Cambria Math" panose="02040503050406030204" pitchFamily="18" charset="0"/>
                      </a:rPr>
                      <m:t>𝒙</m:t>
                    </m:r>
                  </m:oMath>
                </a14:m>
                <a:r>
                  <a:rPr lang="en-IN" sz="2000" b="1" dirty="0">
                    <a:latin typeface="Bahnschrift" panose="020B0502040204020203" pitchFamily="34" charset="0"/>
                  </a:rPr>
                  <a:t>-axis and the lines </a:t>
                </a:r>
                <a14:m>
                  <m:oMath xmlns:m="http://schemas.openxmlformats.org/officeDocument/2006/math">
                    <m:r>
                      <a:rPr lang="en-IN" sz="2000" b="1" i="1">
                        <a:latin typeface="Cambria Math" panose="02040503050406030204" pitchFamily="18" charset="0"/>
                      </a:rPr>
                      <m:t>𝒙</m:t>
                    </m:r>
                    <m:r>
                      <a:rPr lang="en-IN" sz="2000" b="1">
                        <a:latin typeface="Cambria Math" panose="02040503050406030204" pitchFamily="18" charset="0"/>
                      </a:rPr>
                      <m:t>=</m:t>
                    </m:r>
                    <m:r>
                      <a:rPr lang="en-IN" sz="2000" b="1" i="1">
                        <a:latin typeface="Cambria Math" panose="02040503050406030204" pitchFamily="18" charset="0"/>
                      </a:rPr>
                      <m:t>𝟐</m:t>
                    </m:r>
                  </m:oMath>
                </a14:m>
                <a:r>
                  <a:rPr lang="en-IN" sz="2000" b="1" dirty="0">
                    <a:latin typeface="Bahnschrift" panose="020B0502040204020203" pitchFamily="34" charset="0"/>
                  </a:rPr>
                  <a:t>and </a:t>
                </a:r>
                <a14:m>
                  <m:oMath xmlns:m="http://schemas.openxmlformats.org/officeDocument/2006/math">
                    <m:r>
                      <a:rPr lang="en-IN" sz="2000" b="1" i="1">
                        <a:latin typeface="Cambria Math" panose="02040503050406030204" pitchFamily="18" charset="0"/>
                      </a:rPr>
                      <m:t>𝒙</m:t>
                    </m:r>
                    <m:r>
                      <a:rPr lang="en-IN" sz="2000" b="1">
                        <a:latin typeface="Cambria Math" panose="02040503050406030204" pitchFamily="18" charset="0"/>
                      </a:rPr>
                      <m:t>=</m:t>
                    </m:r>
                    <m:r>
                      <a:rPr lang="en-IN" sz="2000" b="1" i="1">
                        <a:latin typeface="Cambria Math" panose="02040503050406030204" pitchFamily="18" charset="0"/>
                      </a:rPr>
                      <m:t>𝟒</m:t>
                    </m:r>
                  </m:oMath>
                </a14:m>
                <a:r>
                  <a:rPr lang="en-IN" sz="2000" b="1" dirty="0">
                    <a:latin typeface="Bahnschrift" panose="020B0502040204020203" pitchFamily="34" charset="0"/>
                  </a:rPr>
                  <a:t>. </a:t>
                </a:r>
              </a:p>
            </p:txBody>
          </p:sp>
        </mc:Choice>
        <mc:Fallback xmlns="">
          <p:sp>
            <p:nvSpPr>
              <p:cNvPr id="2" name="TextBox 1">
                <a:extLst>
                  <a:ext uri="{FF2B5EF4-FFF2-40B4-BE49-F238E27FC236}">
                    <a16:creationId xmlns:a16="http://schemas.microsoft.com/office/drawing/2014/main" id="{1A19F321-550C-1389-B28B-CDB745177DBC}"/>
                  </a:ext>
                </a:extLst>
              </p:cNvPr>
              <p:cNvSpPr txBox="1">
                <a:spLocks noRot="1" noChangeAspect="1" noMove="1" noResize="1" noEditPoints="1" noAdjustHandles="1" noChangeArrowheads="1" noChangeShapeType="1" noTextEdit="1"/>
              </p:cNvSpPr>
              <p:nvPr/>
            </p:nvSpPr>
            <p:spPr>
              <a:xfrm>
                <a:off x="348488" y="262620"/>
                <a:ext cx="11528552" cy="707886"/>
              </a:xfrm>
              <a:prstGeom prst="rect">
                <a:avLst/>
              </a:prstGeom>
              <a:blipFill>
                <a:blip r:embed="rId2"/>
                <a:stretch>
                  <a:fillRect l="-529" t="-3448" r="-159" b="-1551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A468B2E-59A3-739D-556F-D0635C052810}"/>
                  </a:ext>
                </a:extLst>
              </p:cNvPr>
              <p:cNvSpPr txBox="1"/>
              <p:nvPr/>
            </p:nvSpPr>
            <p:spPr>
              <a:xfrm>
                <a:off x="348488" y="1177020"/>
                <a:ext cx="11660632" cy="3995709"/>
              </a:xfrm>
              <a:prstGeom prst="rect">
                <a:avLst/>
              </a:prstGeom>
              <a:noFill/>
            </p:spPr>
            <p:txBody>
              <a:bodyPr wrap="square" rtlCol="0">
                <a:spAutoFit/>
              </a:bodyPr>
              <a:lstStyle/>
              <a:p>
                <a:r>
                  <a:rPr lang="en-IN" b="1" dirty="0">
                    <a:latin typeface="Segoe Print" panose="02000600000000000000" pitchFamily="2" charset="0"/>
                  </a:rPr>
                  <a:t>SOLUTION</a:t>
                </a:r>
                <a:endParaRPr lang="en-IN" dirty="0">
                  <a:latin typeface="Segoe Print" panose="02000600000000000000" pitchFamily="2" charset="0"/>
                </a:endParaRPr>
              </a:p>
              <a:p>
                <a:r>
                  <a:rPr lang="en-IN" dirty="0">
                    <a:latin typeface="Segoe Print" panose="02000600000000000000" pitchFamily="2" charset="0"/>
                  </a:rPr>
                  <a:t>Clearly, </a:t>
                </a:r>
                <a14:m>
                  <m:oMath xmlns:m="http://schemas.openxmlformats.org/officeDocument/2006/math">
                    <m:r>
                      <a:rPr lang="en-IN">
                        <a:latin typeface="Cambria Math" panose="02040503050406030204" pitchFamily="18" charset="0"/>
                      </a:rPr>
                      <m:t>2</m:t>
                    </m:r>
                    <m:r>
                      <a:rPr lang="en-IN" i="1">
                        <a:latin typeface="Cambria Math" panose="02040503050406030204" pitchFamily="18" charset="0"/>
                      </a:rPr>
                      <m:t>𝑦</m:t>
                    </m:r>
                    <m:r>
                      <a:rPr lang="en-IN">
                        <a:latin typeface="Cambria Math" panose="02040503050406030204" pitchFamily="18" charset="0"/>
                      </a:rPr>
                      <m:t>=−</m:t>
                    </m:r>
                    <m:r>
                      <a:rPr lang="en-IN" i="1">
                        <a:latin typeface="Cambria Math" panose="02040503050406030204" pitchFamily="18" charset="0"/>
                      </a:rPr>
                      <m:t>𝑥</m:t>
                    </m:r>
                    <m:r>
                      <a:rPr lang="en-IN">
                        <a:latin typeface="Cambria Math" panose="02040503050406030204" pitchFamily="18" charset="0"/>
                      </a:rPr>
                      <m:t>+8</m:t>
                    </m:r>
                  </m:oMath>
                </a14:m>
                <a:r>
                  <a:rPr lang="en-IN" dirty="0">
                    <a:latin typeface="Segoe Print" panose="02000600000000000000" pitchFamily="2" charset="0"/>
                  </a:rPr>
                  <a:t>represents a straight line cutting </a:t>
                </a:r>
                <a14:m>
                  <m:oMath xmlns:m="http://schemas.openxmlformats.org/officeDocument/2006/math">
                    <m:r>
                      <a:rPr lang="en-IN" i="1">
                        <a:latin typeface="Cambria Math" panose="02040503050406030204" pitchFamily="18" charset="0"/>
                      </a:rPr>
                      <m:t>𝑥</m:t>
                    </m:r>
                  </m:oMath>
                </a14:m>
                <a:r>
                  <a:rPr lang="en-IN" dirty="0">
                    <a:latin typeface="Segoe Print" panose="02000600000000000000" pitchFamily="2" charset="0"/>
                  </a:rPr>
                  <a:t>and </a:t>
                </a:r>
                <a14:m>
                  <m:oMath xmlns:m="http://schemas.openxmlformats.org/officeDocument/2006/math">
                    <m:r>
                      <a:rPr lang="en-IN" i="1">
                        <a:latin typeface="Cambria Math" panose="02040503050406030204" pitchFamily="18" charset="0"/>
                      </a:rPr>
                      <m:t>𝑦</m:t>
                    </m:r>
                  </m:oMath>
                </a14:m>
                <a:r>
                  <a:rPr lang="en-IN" dirty="0">
                    <a:latin typeface="Segoe Print" panose="02000600000000000000" pitchFamily="2" charset="0"/>
                  </a:rPr>
                  <a:t>-axes at </a:t>
                </a:r>
                <a14:m>
                  <m:oMath xmlns:m="http://schemas.openxmlformats.org/officeDocument/2006/math">
                    <m:d>
                      <m:dPr>
                        <m:ctrlPr>
                          <a:rPr lang="en-IN">
                            <a:latin typeface="Cambria Math" panose="02040503050406030204" pitchFamily="18" charset="0"/>
                          </a:rPr>
                        </m:ctrlPr>
                      </m:dPr>
                      <m:e>
                        <m:r>
                          <a:rPr lang="en-IN">
                            <a:latin typeface="Cambria Math" panose="02040503050406030204" pitchFamily="18" charset="0"/>
                          </a:rPr>
                          <m:t>8,0</m:t>
                        </m:r>
                      </m:e>
                    </m:d>
                  </m:oMath>
                </a14:m>
                <a:r>
                  <a:rPr lang="en-IN" dirty="0">
                    <a:latin typeface="Segoe Print" panose="02000600000000000000" pitchFamily="2" charset="0"/>
                  </a:rPr>
                  <a:t>and </a:t>
                </a:r>
                <a14:m>
                  <m:oMath xmlns:m="http://schemas.openxmlformats.org/officeDocument/2006/math">
                    <m:d>
                      <m:dPr>
                        <m:ctrlPr>
                          <a:rPr lang="en-IN">
                            <a:latin typeface="Cambria Math" panose="02040503050406030204" pitchFamily="18" charset="0"/>
                          </a:rPr>
                        </m:ctrlPr>
                      </m:dPr>
                      <m:e>
                        <m:r>
                          <a:rPr lang="en-IN">
                            <a:latin typeface="Cambria Math" panose="02040503050406030204" pitchFamily="18" charset="0"/>
                          </a:rPr>
                          <m:t>0,4</m:t>
                        </m:r>
                      </m:e>
                    </m:d>
                  </m:oMath>
                </a14:m>
                <a:r>
                  <a:rPr lang="en-IN" dirty="0">
                    <a:latin typeface="Segoe Print" panose="02000600000000000000" pitchFamily="2" charset="0"/>
                  </a:rPr>
                  <a:t>respectively. Also, </a:t>
                </a:r>
                <a14:m>
                  <m:oMath xmlns:m="http://schemas.openxmlformats.org/officeDocument/2006/math">
                    <m:r>
                      <a:rPr lang="en-IN" i="1">
                        <a:latin typeface="Cambria Math" panose="02040503050406030204" pitchFamily="18" charset="0"/>
                      </a:rPr>
                      <m:t>𝑥</m:t>
                    </m:r>
                    <m:r>
                      <a:rPr lang="en-IN">
                        <a:latin typeface="Cambria Math" panose="02040503050406030204" pitchFamily="18" charset="0"/>
                      </a:rPr>
                      <m:t>=2</m:t>
                    </m:r>
                  </m:oMath>
                </a14:m>
                <a:r>
                  <a:rPr lang="en-IN" dirty="0">
                    <a:latin typeface="Segoe Print" panose="02000600000000000000" pitchFamily="2" charset="0"/>
                  </a:rPr>
                  <a:t>and </a:t>
                </a:r>
                <a14:m>
                  <m:oMath xmlns:m="http://schemas.openxmlformats.org/officeDocument/2006/math">
                    <m:r>
                      <a:rPr lang="en-IN" i="1">
                        <a:latin typeface="Cambria Math" panose="02040503050406030204" pitchFamily="18" charset="0"/>
                      </a:rPr>
                      <m:t>𝑥</m:t>
                    </m:r>
                    <m:r>
                      <a:rPr lang="en-IN">
                        <a:latin typeface="Cambria Math" panose="02040503050406030204" pitchFamily="18" charset="0"/>
                      </a:rPr>
                      <m:t>=4</m:t>
                    </m:r>
                  </m:oMath>
                </a14:m>
                <a:r>
                  <a:rPr lang="en-IN" dirty="0">
                    <a:latin typeface="Segoe Print" panose="02000600000000000000" pitchFamily="2" charset="0"/>
                  </a:rPr>
                  <a:t>are straight lines parallel to </a:t>
                </a:r>
                <a14:m>
                  <m:oMath xmlns:m="http://schemas.openxmlformats.org/officeDocument/2006/math">
                    <m:r>
                      <a:rPr lang="en-IN" i="1">
                        <a:latin typeface="Cambria Math" panose="02040503050406030204" pitchFamily="18" charset="0"/>
                      </a:rPr>
                      <m:t>𝑦</m:t>
                    </m:r>
                  </m:oMath>
                </a14:m>
                <a:r>
                  <a:rPr lang="en-IN" dirty="0">
                    <a:latin typeface="Segoe Print" panose="02000600000000000000" pitchFamily="2" charset="0"/>
                  </a:rPr>
                  <a:t>-axis as shown in Fig. 20.10. The shaded portion shows the region whose area is to be found. When we slice the shaded region into vertical strips, we find that each vertical strip has its lower end on </a:t>
                </a:r>
                <a14:m>
                  <m:oMath xmlns:m="http://schemas.openxmlformats.org/officeDocument/2006/math">
                    <m:r>
                      <a:rPr lang="en-IN" i="1">
                        <a:latin typeface="Cambria Math" panose="02040503050406030204" pitchFamily="18" charset="0"/>
                      </a:rPr>
                      <m:t>𝑥</m:t>
                    </m:r>
                  </m:oMath>
                </a14:m>
                <a:r>
                  <a:rPr lang="en-IN" dirty="0">
                    <a:latin typeface="Segoe Print" panose="02000600000000000000" pitchFamily="2" charset="0"/>
                  </a:rPr>
                  <a:t>-axis and upper end on the line </a:t>
                </a:r>
                <a14:m>
                  <m:oMath xmlns:m="http://schemas.openxmlformats.org/officeDocument/2006/math">
                    <m:r>
                      <a:rPr lang="en-IN">
                        <a:latin typeface="Cambria Math" panose="02040503050406030204" pitchFamily="18" charset="0"/>
                      </a:rPr>
                      <m:t>2</m:t>
                    </m:r>
                    <m:r>
                      <a:rPr lang="en-IN" i="1">
                        <a:latin typeface="Cambria Math" panose="02040503050406030204" pitchFamily="18" charset="0"/>
                      </a:rPr>
                      <m:t>𝑦</m:t>
                    </m:r>
                    <m:r>
                      <a:rPr lang="en-IN">
                        <a:latin typeface="Cambria Math" panose="02040503050406030204" pitchFamily="18" charset="0"/>
                      </a:rPr>
                      <m:t>=−</m:t>
                    </m:r>
                    <m:r>
                      <a:rPr lang="en-IN" i="1">
                        <a:latin typeface="Cambria Math" panose="02040503050406030204" pitchFamily="18" charset="0"/>
                      </a:rPr>
                      <m:t>𝑥</m:t>
                    </m:r>
                    <m:r>
                      <a:rPr lang="en-IN">
                        <a:latin typeface="Cambria Math" panose="02040503050406030204" pitchFamily="18" charset="0"/>
                      </a:rPr>
                      <m:t>+8</m:t>
                    </m:r>
                  </m:oMath>
                </a14:m>
                <a:r>
                  <a:rPr lang="en-IN" dirty="0">
                    <a:latin typeface="Segoe Print" panose="02000600000000000000" pitchFamily="2" charset="0"/>
                  </a:rPr>
                  <a:t>. So, the approximating rectangle shown in Fig. 20.10 has, length </a:t>
                </a:r>
                <a14:m>
                  <m:oMath xmlns:m="http://schemas.openxmlformats.org/officeDocument/2006/math">
                    <m:r>
                      <a:rPr lang="en-IN">
                        <a:latin typeface="Cambria Math" panose="02040503050406030204" pitchFamily="18" charset="0"/>
                      </a:rPr>
                      <m:t>=|</m:t>
                    </m:r>
                    <m:r>
                      <a:rPr lang="en-IN" i="1">
                        <a:latin typeface="Cambria Math" panose="02040503050406030204" pitchFamily="18" charset="0"/>
                      </a:rPr>
                      <m:t>𝑦</m:t>
                    </m:r>
                    <m:r>
                      <a:rPr lang="en-IN">
                        <a:latin typeface="Cambria Math" panose="02040503050406030204" pitchFamily="18" charset="0"/>
                      </a:rPr>
                      <m:t>|</m:t>
                    </m:r>
                  </m:oMath>
                </a14:m>
                <a:r>
                  <a:rPr lang="en-IN" dirty="0">
                    <a:latin typeface="Segoe Print" panose="02000600000000000000" pitchFamily="2" charset="0"/>
                  </a:rPr>
                  <a:t>, width </a:t>
                </a:r>
                <a14:m>
                  <m:oMath xmlns:m="http://schemas.openxmlformats.org/officeDocument/2006/math">
                    <m:r>
                      <a:rPr lang="en-IN">
                        <a:latin typeface="Cambria Math" panose="02040503050406030204" pitchFamily="18" charset="0"/>
                      </a:rPr>
                      <m:t>=</m:t>
                    </m:r>
                    <m:r>
                      <a:rPr lang="en-IN" i="1">
                        <a:latin typeface="Cambria Math" panose="02040503050406030204" pitchFamily="18" charset="0"/>
                      </a:rPr>
                      <m:t>𝑑𝑥</m:t>
                    </m:r>
                  </m:oMath>
                </a14:m>
                <a:r>
                  <a:rPr lang="en-IN" dirty="0">
                    <a:latin typeface="Segoe Print" panose="02000600000000000000" pitchFamily="2" charset="0"/>
                  </a:rPr>
                  <a:t>and area </a:t>
                </a:r>
                <a14:m>
                  <m:oMath xmlns:m="http://schemas.openxmlformats.org/officeDocument/2006/math">
                    <m:r>
                      <a:rPr lang="en-IN">
                        <a:latin typeface="Cambria Math" panose="02040503050406030204" pitchFamily="18" charset="0"/>
                      </a:rPr>
                      <m:t>=|</m:t>
                    </m:r>
                    <m:r>
                      <a:rPr lang="en-IN" i="1">
                        <a:latin typeface="Cambria Math" panose="02040503050406030204" pitchFamily="18" charset="0"/>
                      </a:rPr>
                      <m:t>𝑦</m:t>
                    </m:r>
                    <m:r>
                      <a:rPr lang="en-IN">
                        <a:latin typeface="Cambria Math" panose="02040503050406030204" pitchFamily="18" charset="0"/>
                      </a:rPr>
                      <m:t>| </m:t>
                    </m:r>
                    <m:r>
                      <a:rPr lang="en-IN" i="1">
                        <a:latin typeface="Cambria Math" panose="02040503050406030204" pitchFamily="18" charset="0"/>
                      </a:rPr>
                      <m:t>𝑑𝑥</m:t>
                    </m:r>
                  </m:oMath>
                </a14:m>
                <a:r>
                  <a:rPr lang="en-IN" dirty="0">
                    <a:latin typeface="Segoe Print" panose="02000600000000000000" pitchFamily="2" charset="0"/>
                  </a:rPr>
                  <a:t>. The approximating rectangle can move from </a:t>
                </a:r>
                <a14:m>
                  <m:oMath xmlns:m="http://schemas.openxmlformats.org/officeDocument/2006/math">
                    <m:r>
                      <a:rPr lang="en-IN" i="1">
                        <a:latin typeface="Cambria Math" panose="02040503050406030204" pitchFamily="18" charset="0"/>
                      </a:rPr>
                      <m:t>𝑥</m:t>
                    </m:r>
                    <m:r>
                      <a:rPr lang="en-IN">
                        <a:latin typeface="Cambria Math" panose="02040503050406030204" pitchFamily="18" charset="0"/>
                      </a:rPr>
                      <m:t>=2</m:t>
                    </m:r>
                  </m:oMath>
                </a14:m>
                <a:r>
                  <a:rPr lang="en-IN" dirty="0">
                    <a:latin typeface="Segoe Print" panose="02000600000000000000" pitchFamily="2" charset="0"/>
                  </a:rPr>
                  <a:t>to </a:t>
                </a:r>
                <a14:m>
                  <m:oMath xmlns:m="http://schemas.openxmlformats.org/officeDocument/2006/math">
                    <m:r>
                      <a:rPr lang="en-IN" i="1">
                        <a:latin typeface="Cambria Math" panose="02040503050406030204" pitchFamily="18" charset="0"/>
                      </a:rPr>
                      <m:t>𝑥</m:t>
                    </m:r>
                    <m:r>
                      <a:rPr lang="en-IN">
                        <a:latin typeface="Cambria Math" panose="02040503050406030204" pitchFamily="18" charset="0"/>
                      </a:rPr>
                      <m:t>=4</m:t>
                    </m:r>
                  </m:oMath>
                </a14:m>
                <a:r>
                  <a:rPr lang="en-IN" dirty="0">
                    <a:latin typeface="Segoe Print" panose="02000600000000000000" pitchFamily="2" charset="0"/>
                  </a:rPr>
                  <a:t>. So, required area </a:t>
                </a:r>
                <a14:m>
                  <m:oMath xmlns:m="http://schemas.openxmlformats.org/officeDocument/2006/math">
                    <m:r>
                      <a:rPr lang="en-IN" i="1">
                        <a:latin typeface="Cambria Math" panose="02040503050406030204" pitchFamily="18" charset="0"/>
                      </a:rPr>
                      <m:t>𝐴</m:t>
                    </m:r>
                  </m:oMath>
                </a14:m>
                <a:r>
                  <a:rPr lang="en-IN" dirty="0">
                    <a:latin typeface="Segoe Print" panose="02000600000000000000" pitchFamily="2" charset="0"/>
                  </a:rPr>
                  <a:t>is given by: </a:t>
                </a:r>
              </a:p>
              <a:p>
                <a:pPr/>
                <a14:m>
                  <m:oMathPara xmlns:m="http://schemas.openxmlformats.org/officeDocument/2006/math">
                    <m:oMath>
                      <m:r>
                        <a:rPr lang="en-IN" i="1">
                          <a:latin typeface="Cambria Math" panose="02040503050406030204" pitchFamily="18" charset="0"/>
                        </a:rPr>
                        <m:t>𝐴</m:t>
                      </m:r>
                      <m:r>
                        <a:rPr lang="en-IN">
                          <a:latin typeface="Cambria Math" panose="02040503050406030204" pitchFamily="18" charset="0"/>
                        </a:rPr>
                        <m:t>=</m:t>
                      </m:r>
                      <m:nary>
                        <m:naryPr>
                          <m:limLoc m:val="subSup"/>
                          <m:ctrlPr>
                            <a:rPr lang="en-IN">
                              <a:latin typeface="Cambria Math" panose="02040503050406030204" pitchFamily="18" charset="0"/>
                            </a:rPr>
                          </m:ctrlPr>
                        </m:naryPr>
                        <m:sub>
                          <m:r>
                            <a:rPr lang="en-IN">
                              <a:latin typeface="Cambria Math" panose="02040503050406030204" pitchFamily="18" charset="0"/>
                            </a:rPr>
                            <m:t>2</m:t>
                          </m:r>
                        </m:sub>
                        <m:sup>
                          <m:r>
                            <a:rPr lang="en-IN">
                              <a:latin typeface="Cambria Math" panose="02040503050406030204" pitchFamily="18" charset="0"/>
                            </a:rPr>
                            <m:t>4</m:t>
                          </m:r>
                        </m:sup>
                        <m:e>
                          <m:r>
                            <a:rPr lang="en-IN">
                              <a:latin typeface="Cambria Math" panose="02040503050406030204" pitchFamily="18" charset="0"/>
                            </a:rPr>
                            <m:t>|</m:t>
                          </m:r>
                        </m:e>
                      </m:nary>
                      <m:r>
                        <a:rPr lang="en-IN" i="1">
                          <a:latin typeface="Cambria Math" panose="02040503050406030204" pitchFamily="18" charset="0"/>
                        </a:rPr>
                        <m:t>𝑦</m:t>
                      </m:r>
                      <m:r>
                        <a:rPr lang="en-IN">
                          <a:latin typeface="Cambria Math" panose="02040503050406030204" pitchFamily="18" charset="0"/>
                        </a:rPr>
                        <m:t>| </m:t>
                      </m:r>
                      <m:r>
                        <a:rPr lang="en-IN" i="1">
                          <a:latin typeface="Cambria Math" panose="02040503050406030204" pitchFamily="18" charset="0"/>
                        </a:rPr>
                        <m:t>𝑑𝑥</m:t>
                      </m:r>
                      <m:r>
                        <a:rPr lang="en-IN">
                          <a:latin typeface="Cambria Math" panose="02040503050406030204" pitchFamily="18" charset="0"/>
                        </a:rPr>
                        <m:t>=</m:t>
                      </m:r>
                      <m:nary>
                        <m:naryPr>
                          <m:limLoc m:val="subSup"/>
                          <m:ctrlPr>
                            <a:rPr lang="en-IN">
                              <a:latin typeface="Cambria Math" panose="02040503050406030204" pitchFamily="18" charset="0"/>
                            </a:rPr>
                          </m:ctrlPr>
                        </m:naryPr>
                        <m:sub>
                          <m:r>
                            <a:rPr lang="en-IN">
                              <a:latin typeface="Cambria Math" panose="02040503050406030204" pitchFamily="18" charset="0"/>
                            </a:rPr>
                            <m:t>2</m:t>
                          </m:r>
                        </m:sub>
                        <m:sup>
                          <m:r>
                            <a:rPr lang="en-IN">
                              <a:latin typeface="Cambria Math" panose="02040503050406030204" pitchFamily="18" charset="0"/>
                            </a:rPr>
                            <m:t>4</m:t>
                          </m:r>
                        </m:sup>
                        <m:e>
                          <m:r>
                            <a:rPr lang="en-IN" i="1">
                              <a:latin typeface="Cambria Math" panose="02040503050406030204" pitchFamily="18" charset="0"/>
                            </a:rPr>
                            <m:t>𝑦</m:t>
                          </m:r>
                        </m:e>
                      </m:nary>
                      <m:r>
                        <a:rPr lang="en-IN">
                          <a:latin typeface="Cambria Math" panose="02040503050406030204" pitchFamily="18" charset="0"/>
                        </a:rPr>
                        <m:t> </m:t>
                      </m:r>
                      <m:r>
                        <a:rPr lang="en-IN" i="1">
                          <a:latin typeface="Cambria Math" panose="02040503050406030204" pitchFamily="18" charset="0"/>
                        </a:rPr>
                        <m:t>𝑑𝑥</m:t>
                      </m:r>
                      <m:r>
                        <a:rPr lang="en-IN">
                          <a:latin typeface="Cambria Math" panose="02040503050406030204" pitchFamily="18" charset="0"/>
                        </a:rPr>
                        <m:t> </m:t>
                      </m:r>
                      <m:d>
                        <m:dPr>
                          <m:begChr m:val="["/>
                          <m:endChr m:val="]"/>
                          <m:ctrlPr>
                            <a:rPr lang="en-IN">
                              <a:latin typeface="Cambria Math" panose="02040503050406030204" pitchFamily="18" charset="0"/>
                            </a:rPr>
                          </m:ctrlPr>
                        </m:dPr>
                        <m:e>
                          <m:r>
                            <a:rPr lang="en-IN">
                              <a:latin typeface="Cambria Math" panose="02040503050406030204" pitchFamily="18" charset="0"/>
                            </a:rPr>
                            <m:t>∵</m:t>
                          </m:r>
                          <m:r>
                            <a:rPr lang="en-IN" i="1">
                              <a:latin typeface="Cambria Math" panose="02040503050406030204" pitchFamily="18" charset="0"/>
                            </a:rPr>
                            <m:t>𝑦</m:t>
                          </m:r>
                          <m:r>
                            <a:rPr lang="en-IN">
                              <a:latin typeface="Cambria Math" panose="02040503050406030204" pitchFamily="18" charset="0"/>
                            </a:rPr>
                            <m:t>≥0∴|</m:t>
                          </m:r>
                          <m:r>
                            <a:rPr lang="en-IN" i="1">
                              <a:latin typeface="Cambria Math" panose="02040503050406030204" pitchFamily="18" charset="0"/>
                            </a:rPr>
                            <m:t>𝑦</m:t>
                          </m:r>
                          <m:r>
                            <a:rPr lang="en-IN">
                              <a:latin typeface="Cambria Math" panose="02040503050406030204" pitchFamily="18" charset="0"/>
                            </a:rPr>
                            <m:t>|=</m:t>
                          </m:r>
                          <m:r>
                            <a:rPr lang="en-IN" i="1">
                              <a:latin typeface="Cambria Math" panose="02040503050406030204" pitchFamily="18" charset="0"/>
                            </a:rPr>
                            <m:t>𝑦</m:t>
                          </m:r>
                        </m:e>
                      </m:d>
                      <m:d>
                        <m:dPr>
                          <m:begChr m:val="["/>
                          <m:endChr m:val="]"/>
                          <m:ctrlPr>
                            <a:rPr lang="en-IN" i="1">
                              <a:latin typeface="Cambria Math" panose="02040503050406030204" pitchFamily="18" charset="0"/>
                            </a:rPr>
                          </m:ctrlPr>
                        </m:dPr>
                        <m:e>
                          <m:r>
                            <a:rPr lang="en-IN" i="1">
                              <a:latin typeface="Cambria Math" panose="02040503050406030204" pitchFamily="18" charset="0"/>
                            </a:rPr>
                            <m:t>𝑐𝑖𝑡𝑒</m:t>
                          </m:r>
                          <m:r>
                            <a:rPr lang="en-IN">
                              <a:latin typeface="Cambria Math" panose="02040503050406030204" pitchFamily="18" charset="0"/>
                            </a:rPr>
                            <m:t>:18</m:t>
                          </m:r>
                        </m:e>
                      </m:d>
                    </m:oMath>
                  </m:oMathPara>
                </a14:m>
                <a:endParaRPr lang="en-IN" dirty="0">
                  <a:latin typeface="Segoe Print" panose="02000600000000000000" pitchFamily="2" charset="0"/>
                </a:endParaRPr>
              </a:p>
              <a:p>
                <a:pPr/>
                <a14:m>
                  <m:oMathPara xmlns:m="http://schemas.openxmlformats.org/officeDocument/2006/math">
                    <m:oMath>
                      <m:r>
                        <a:rPr lang="en-IN">
                          <a:latin typeface="Cambria Math" panose="02040503050406030204" pitchFamily="18" charset="0"/>
                        </a:rPr>
                        <m:t>⇒</m:t>
                      </m:r>
                      <m:r>
                        <a:rPr lang="en-IN" i="1">
                          <a:latin typeface="Cambria Math" panose="02040503050406030204" pitchFamily="18" charset="0"/>
                        </a:rPr>
                        <m:t>𝐴</m:t>
                      </m:r>
                      <m:r>
                        <a:rPr lang="en-IN">
                          <a:latin typeface="Cambria Math" panose="02040503050406030204" pitchFamily="18" charset="0"/>
                        </a:rPr>
                        <m:t>=</m:t>
                      </m:r>
                      <m:nary>
                        <m:naryPr>
                          <m:limLoc m:val="subSup"/>
                          <m:ctrlPr>
                            <a:rPr lang="en-IN">
                              <a:latin typeface="Cambria Math" panose="02040503050406030204" pitchFamily="18" charset="0"/>
                            </a:rPr>
                          </m:ctrlPr>
                        </m:naryPr>
                        <m:sub>
                          <m:r>
                            <a:rPr lang="en-IN">
                              <a:latin typeface="Cambria Math" panose="02040503050406030204" pitchFamily="18" charset="0"/>
                            </a:rPr>
                            <m:t>2</m:t>
                          </m:r>
                        </m:sub>
                        <m:sup>
                          <m:r>
                            <a:rPr lang="en-IN">
                              <a:latin typeface="Cambria Math" panose="02040503050406030204" pitchFamily="18" charset="0"/>
                            </a:rPr>
                            <m:t>4</m:t>
                          </m:r>
                        </m:sup>
                        <m:e>
                          <m:d>
                            <m:dPr>
                              <m:ctrlPr>
                                <a:rPr lang="en-IN" i="1">
                                  <a:latin typeface="Cambria Math" panose="02040503050406030204" pitchFamily="18" charset="0"/>
                                </a:rPr>
                              </m:ctrlPr>
                            </m:dPr>
                            <m:e>
                              <m:f>
                                <m:fPr>
                                  <m:ctrlPr>
                                    <a:rPr lang="en-IN">
                                      <a:latin typeface="Cambria Math" panose="02040503050406030204" pitchFamily="18" charset="0"/>
                                    </a:rPr>
                                  </m:ctrlPr>
                                </m:fPr>
                                <m:num>
                                  <m:r>
                                    <a:rPr lang="en-IN">
                                      <a:latin typeface="Cambria Math" panose="02040503050406030204" pitchFamily="18" charset="0"/>
                                    </a:rPr>
                                    <m:t>−</m:t>
                                  </m:r>
                                  <m:r>
                                    <a:rPr lang="en-IN" i="1">
                                      <a:latin typeface="Cambria Math" panose="02040503050406030204" pitchFamily="18" charset="0"/>
                                    </a:rPr>
                                    <m:t>𝑥</m:t>
                                  </m:r>
                                  <m:r>
                                    <a:rPr lang="en-IN">
                                      <a:latin typeface="Cambria Math" panose="02040503050406030204" pitchFamily="18" charset="0"/>
                                    </a:rPr>
                                    <m:t>+8</m:t>
                                  </m:r>
                                </m:num>
                                <m:den>
                                  <m:r>
                                    <a:rPr lang="en-IN">
                                      <a:latin typeface="Cambria Math" panose="02040503050406030204" pitchFamily="18" charset="0"/>
                                    </a:rPr>
                                    <m:t>2</m:t>
                                  </m:r>
                                </m:den>
                              </m:f>
                            </m:e>
                          </m:d>
                        </m:e>
                      </m:nary>
                      <m:r>
                        <a:rPr lang="en-IN" i="1">
                          <a:latin typeface="Cambria Math" panose="02040503050406030204" pitchFamily="18" charset="0"/>
                        </a:rPr>
                        <m:t>𝑑𝑥</m:t>
                      </m:r>
                      <m:r>
                        <a:rPr lang="en-IN">
                          <a:latin typeface="Cambria Math" panose="02040503050406030204" pitchFamily="18" charset="0"/>
                        </a:rPr>
                        <m:t> </m:t>
                      </m:r>
                      <m:d>
                        <m:dPr>
                          <m:begChr m:val="["/>
                          <m:endChr m:val="]"/>
                          <m:ctrlPr>
                            <a:rPr lang="en-IN">
                              <a:latin typeface="Cambria Math" panose="02040503050406030204" pitchFamily="18" charset="0"/>
                            </a:rPr>
                          </m:ctrlPr>
                        </m:dPr>
                        <m:e>
                          <m:r>
                            <a:rPr lang="en-IN">
                              <a:latin typeface="Cambria Math" panose="02040503050406030204" pitchFamily="18" charset="0"/>
                            </a:rPr>
                            <m:t>∵</m:t>
                          </m:r>
                          <m:r>
                            <a:rPr lang="en-IN" i="1">
                              <a:latin typeface="Cambria Math" panose="02040503050406030204" pitchFamily="18" charset="0"/>
                            </a:rPr>
                            <m:t>𝑃</m:t>
                          </m:r>
                          <m:d>
                            <m:dPr>
                              <m:ctrlPr>
                                <a:rPr lang="en-IN" i="1">
                                  <a:latin typeface="Cambria Math" panose="02040503050406030204" pitchFamily="18" charset="0"/>
                                </a:rPr>
                              </m:ctrlPr>
                            </m:dPr>
                            <m:e>
                              <m:r>
                                <a:rPr lang="en-IN" i="1">
                                  <a:latin typeface="Cambria Math" panose="02040503050406030204" pitchFamily="18" charset="0"/>
                                </a:rPr>
                                <m:t>𝑥</m:t>
                              </m:r>
                              <m:r>
                                <a:rPr lang="en-IN">
                                  <a:latin typeface="Cambria Math" panose="02040503050406030204" pitchFamily="18" charset="0"/>
                                </a:rPr>
                                <m:t>,</m:t>
                              </m:r>
                              <m:r>
                                <a:rPr lang="en-IN" i="1">
                                  <a:latin typeface="Cambria Math" panose="02040503050406030204" pitchFamily="18" charset="0"/>
                                </a:rPr>
                                <m:t>𝑦</m:t>
                              </m:r>
                            </m:e>
                          </m:d>
                          <m:r>
                            <m:rPr>
                              <m:nor/>
                            </m:rPr>
                            <a:rPr lang="en-IN" i="0">
                              <a:latin typeface="Segoe Print" panose="02000600000000000000" pitchFamily="2" charset="0"/>
                            </a:rPr>
                            <m:t> lies on </m:t>
                          </m:r>
                          <m:r>
                            <a:rPr lang="en-IN">
                              <a:latin typeface="Cambria Math" panose="02040503050406030204" pitchFamily="18" charset="0"/>
                            </a:rPr>
                            <m:t>2</m:t>
                          </m:r>
                          <m:r>
                            <a:rPr lang="en-IN" i="1">
                              <a:latin typeface="Cambria Math" panose="02040503050406030204" pitchFamily="18" charset="0"/>
                            </a:rPr>
                            <m:t>𝑦</m:t>
                          </m:r>
                          <m:r>
                            <a:rPr lang="en-IN">
                              <a:latin typeface="Cambria Math" panose="02040503050406030204" pitchFamily="18" charset="0"/>
                            </a:rPr>
                            <m:t>=−</m:t>
                          </m:r>
                          <m:r>
                            <a:rPr lang="en-IN" i="1">
                              <a:latin typeface="Cambria Math" panose="02040503050406030204" pitchFamily="18" charset="0"/>
                            </a:rPr>
                            <m:t>𝑥</m:t>
                          </m:r>
                          <m:r>
                            <a:rPr lang="en-IN">
                              <a:latin typeface="Cambria Math" panose="02040503050406030204" pitchFamily="18" charset="0"/>
                            </a:rPr>
                            <m:t>+8∴</m:t>
                          </m:r>
                          <m:r>
                            <a:rPr lang="en-IN" i="1">
                              <a:latin typeface="Cambria Math" panose="02040503050406030204" pitchFamily="18" charset="0"/>
                            </a:rPr>
                            <m:t>𝑦</m:t>
                          </m:r>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m:t>
                              </m:r>
                              <m:r>
                                <a:rPr lang="en-IN" i="1">
                                  <a:latin typeface="Cambria Math" panose="02040503050406030204" pitchFamily="18" charset="0"/>
                                </a:rPr>
                                <m:t>𝑥</m:t>
                              </m:r>
                              <m:r>
                                <a:rPr lang="en-IN">
                                  <a:latin typeface="Cambria Math" panose="02040503050406030204" pitchFamily="18" charset="0"/>
                                </a:rPr>
                                <m:t>+8</m:t>
                              </m:r>
                            </m:num>
                            <m:den>
                              <m:r>
                                <a:rPr lang="en-IN">
                                  <a:latin typeface="Cambria Math" panose="02040503050406030204" pitchFamily="18" charset="0"/>
                                </a:rPr>
                                <m:t>2</m:t>
                              </m:r>
                            </m:den>
                          </m:f>
                        </m:e>
                      </m:d>
                    </m:oMath>
                  </m:oMathPara>
                </a14:m>
                <a:endParaRPr lang="en-IN" dirty="0">
                  <a:latin typeface="Segoe Print" panose="02000600000000000000" pitchFamily="2" charset="0"/>
                </a:endParaRPr>
              </a:p>
              <a:p>
                <a:pPr/>
                <a14:m>
                  <m:oMathPara xmlns:m="http://schemas.openxmlformats.org/officeDocument/2006/math">
                    <m:oMath>
                      <m:r>
                        <a:rPr lang="en-IN">
                          <a:latin typeface="Cambria Math" panose="02040503050406030204" pitchFamily="18" charset="0"/>
                        </a:rPr>
                        <m:t>⇒</m:t>
                      </m:r>
                      <m:r>
                        <a:rPr lang="en-IN" i="1">
                          <a:latin typeface="Cambria Math" panose="02040503050406030204" pitchFamily="18" charset="0"/>
                        </a:rPr>
                        <m:t>𝐴</m:t>
                      </m:r>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1</m:t>
                          </m:r>
                        </m:num>
                        <m:den>
                          <m:r>
                            <a:rPr lang="en-IN">
                              <a:latin typeface="Cambria Math" panose="02040503050406030204" pitchFamily="18" charset="0"/>
                            </a:rPr>
                            <m:t>2</m:t>
                          </m:r>
                        </m:den>
                      </m:f>
                      <m:sSubSup>
                        <m:sSubSupPr>
                          <m:ctrlPr>
                            <a:rPr lang="en-IN" i="1">
                              <a:latin typeface="Cambria Math" panose="02040503050406030204" pitchFamily="18" charset="0"/>
                            </a:rPr>
                          </m:ctrlPr>
                        </m:sSubSupPr>
                        <m:e>
                          <m:d>
                            <m:dPr>
                              <m:begChr m:val="["/>
                              <m:endChr m:val="]"/>
                              <m:ctrlPr>
                                <a:rPr lang="en-IN">
                                  <a:latin typeface="Cambria Math" panose="02040503050406030204" pitchFamily="18" charset="0"/>
                                </a:rPr>
                              </m:ctrlPr>
                            </m:dPr>
                            <m:e>
                              <m:r>
                                <a:rPr lang="en-IN">
                                  <a:latin typeface="Cambria Math" panose="02040503050406030204" pitchFamily="18" charset="0"/>
                                </a:rPr>
                                <m:t>−</m:t>
                              </m:r>
                              <m:f>
                                <m:fPr>
                                  <m:ctrlPr>
                                    <a:rPr lang="en-IN" i="1">
                                      <a:latin typeface="Cambria Math" panose="02040503050406030204" pitchFamily="18" charset="0"/>
                                    </a:rPr>
                                  </m:ctrlPr>
                                </m:fPr>
                                <m:num>
                                  <m:sSup>
                                    <m:sSupPr>
                                      <m:ctrlPr>
                                        <a:rPr lang="en-IN" i="1">
                                          <a:latin typeface="Cambria Math" panose="02040503050406030204" pitchFamily="18" charset="0"/>
                                        </a:rPr>
                                      </m:ctrlPr>
                                    </m:sSupPr>
                                    <m:e>
                                      <m:r>
                                        <a:rPr lang="en-IN" i="1">
                                          <a:latin typeface="Cambria Math" panose="02040503050406030204" pitchFamily="18" charset="0"/>
                                        </a:rPr>
                                        <m:t>𝑥</m:t>
                                      </m:r>
                                    </m:e>
                                    <m:sup>
                                      <m:r>
                                        <a:rPr lang="en-IN">
                                          <a:latin typeface="Cambria Math" panose="02040503050406030204" pitchFamily="18" charset="0"/>
                                        </a:rPr>
                                        <m:t>2</m:t>
                                      </m:r>
                                    </m:sup>
                                  </m:sSup>
                                </m:num>
                                <m:den>
                                  <m:r>
                                    <a:rPr lang="en-IN">
                                      <a:latin typeface="Cambria Math" panose="02040503050406030204" pitchFamily="18" charset="0"/>
                                    </a:rPr>
                                    <m:t>2</m:t>
                                  </m:r>
                                </m:den>
                              </m:f>
                              <m:r>
                                <a:rPr lang="en-IN">
                                  <a:latin typeface="Cambria Math" panose="02040503050406030204" pitchFamily="18" charset="0"/>
                                </a:rPr>
                                <m:t>+8</m:t>
                              </m:r>
                              <m:r>
                                <a:rPr lang="en-IN" i="1">
                                  <a:latin typeface="Cambria Math" panose="02040503050406030204" pitchFamily="18" charset="0"/>
                                </a:rPr>
                                <m:t>𝑥</m:t>
                              </m:r>
                            </m:e>
                          </m:d>
                        </m:e>
                        <m:sub>
                          <m:r>
                            <a:rPr lang="en-IN">
                              <a:latin typeface="Cambria Math" panose="02040503050406030204" pitchFamily="18" charset="0"/>
                            </a:rPr>
                            <m:t>2</m:t>
                          </m:r>
                        </m:sub>
                        <m:sup>
                          <m:r>
                            <a:rPr lang="en-IN">
                              <a:latin typeface="Cambria Math" panose="02040503050406030204" pitchFamily="18" charset="0"/>
                            </a:rPr>
                            <m:t>4</m:t>
                          </m:r>
                        </m:sup>
                      </m:sSubSup>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1</m:t>
                          </m:r>
                        </m:num>
                        <m:den>
                          <m:r>
                            <a:rPr lang="en-IN">
                              <a:latin typeface="Cambria Math" panose="02040503050406030204" pitchFamily="18" charset="0"/>
                            </a:rPr>
                            <m:t>2</m:t>
                          </m:r>
                        </m:den>
                      </m:f>
                      <m:d>
                        <m:dPr>
                          <m:begChr m:val="{"/>
                          <m:endChr m:val="}"/>
                          <m:ctrlPr>
                            <a:rPr lang="en-IN" i="1">
                              <a:latin typeface="Cambria Math" panose="02040503050406030204" pitchFamily="18" charset="0"/>
                            </a:rPr>
                          </m:ctrlPr>
                        </m:dPr>
                        <m:e>
                          <m:d>
                            <m:dPr>
                              <m:ctrlPr>
                                <a:rPr lang="en-IN">
                                  <a:latin typeface="Cambria Math" panose="02040503050406030204" pitchFamily="18" charset="0"/>
                                </a:rPr>
                              </m:ctrlPr>
                            </m:dPr>
                            <m:e>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16</m:t>
                                  </m:r>
                                </m:num>
                                <m:den>
                                  <m:r>
                                    <a:rPr lang="en-IN">
                                      <a:latin typeface="Cambria Math" panose="02040503050406030204" pitchFamily="18" charset="0"/>
                                    </a:rPr>
                                    <m:t>2</m:t>
                                  </m:r>
                                </m:den>
                              </m:f>
                              <m:r>
                                <a:rPr lang="en-IN">
                                  <a:latin typeface="Cambria Math" panose="02040503050406030204" pitchFamily="18" charset="0"/>
                                </a:rPr>
                                <m:t>+32</m:t>
                              </m:r>
                            </m:e>
                          </m:d>
                          <m:r>
                            <a:rPr lang="en-IN">
                              <a:latin typeface="Cambria Math" panose="02040503050406030204" pitchFamily="18" charset="0"/>
                            </a:rPr>
                            <m:t>−</m:t>
                          </m:r>
                          <m:d>
                            <m:dPr>
                              <m:ctrlPr>
                                <a:rPr lang="en-IN">
                                  <a:latin typeface="Cambria Math" panose="02040503050406030204" pitchFamily="18" charset="0"/>
                                </a:rPr>
                              </m:ctrlPr>
                            </m:dPr>
                            <m:e>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4</m:t>
                                  </m:r>
                                </m:num>
                                <m:den>
                                  <m:r>
                                    <a:rPr lang="en-IN">
                                      <a:latin typeface="Cambria Math" panose="02040503050406030204" pitchFamily="18" charset="0"/>
                                    </a:rPr>
                                    <m:t>2</m:t>
                                  </m:r>
                                </m:den>
                              </m:f>
                              <m:r>
                                <a:rPr lang="en-IN">
                                  <a:latin typeface="Cambria Math" panose="02040503050406030204" pitchFamily="18" charset="0"/>
                                </a:rPr>
                                <m:t>+16</m:t>
                              </m:r>
                            </m:e>
                          </m:d>
                        </m:e>
                      </m:d>
                      <m:r>
                        <a:rPr lang="en-IN">
                          <a:latin typeface="Cambria Math" panose="02040503050406030204" pitchFamily="18" charset="0"/>
                        </a:rPr>
                        <m:t>=5</m:t>
                      </m:r>
                      <m:r>
                        <m:rPr>
                          <m:nor/>
                        </m:rPr>
                        <a:rPr lang="en-IN" i="0">
                          <a:latin typeface="Segoe Print" panose="02000600000000000000" pitchFamily="2" charset="0"/>
                        </a:rPr>
                        <m:t> sq. units</m:t>
                      </m:r>
                    </m:oMath>
                  </m:oMathPara>
                </a14:m>
                <a:endParaRPr lang="en-IN" dirty="0">
                  <a:latin typeface="Segoe Print" panose="02000600000000000000" pitchFamily="2" charset="0"/>
                </a:endParaRPr>
              </a:p>
            </p:txBody>
          </p:sp>
        </mc:Choice>
        <mc:Fallback xmlns="">
          <p:sp>
            <p:nvSpPr>
              <p:cNvPr id="4" name="TextBox 3">
                <a:extLst>
                  <a:ext uri="{FF2B5EF4-FFF2-40B4-BE49-F238E27FC236}">
                    <a16:creationId xmlns:a16="http://schemas.microsoft.com/office/drawing/2014/main" id="{0A468B2E-59A3-739D-556F-D0635C052810}"/>
                  </a:ext>
                </a:extLst>
              </p:cNvPr>
              <p:cNvSpPr txBox="1">
                <a:spLocks noRot="1" noChangeAspect="1" noMove="1" noResize="1" noEditPoints="1" noAdjustHandles="1" noChangeArrowheads="1" noChangeShapeType="1" noTextEdit="1"/>
              </p:cNvSpPr>
              <p:nvPr/>
            </p:nvSpPr>
            <p:spPr>
              <a:xfrm>
                <a:off x="348488" y="1177020"/>
                <a:ext cx="11660632" cy="3995709"/>
              </a:xfrm>
              <a:prstGeom prst="rect">
                <a:avLst/>
              </a:prstGeom>
              <a:blipFill>
                <a:blip r:embed="rId3"/>
                <a:stretch>
                  <a:fillRect l="-418" t="-762" r="-836"/>
                </a:stretch>
              </a:blipFill>
            </p:spPr>
            <p:txBody>
              <a:bodyPr/>
              <a:lstStyle/>
              <a:p>
                <a:r>
                  <a:rPr lang="en-IN">
                    <a:noFill/>
                  </a:rPr>
                  <a:t> </a:t>
                </a:r>
              </a:p>
            </p:txBody>
          </p:sp>
        </mc:Fallback>
      </mc:AlternateContent>
      <p:pic>
        <p:nvPicPr>
          <p:cNvPr id="6" name="Picture 5">
            <a:extLst>
              <a:ext uri="{FF2B5EF4-FFF2-40B4-BE49-F238E27FC236}">
                <a16:creationId xmlns:a16="http://schemas.microsoft.com/office/drawing/2014/main" id="{84B07843-3036-6560-289C-3017F27D69EE}"/>
              </a:ext>
            </a:extLst>
          </p:cNvPr>
          <p:cNvPicPr>
            <a:picLocks noChangeAspect="1"/>
          </p:cNvPicPr>
          <p:nvPr/>
        </p:nvPicPr>
        <p:blipFill>
          <a:blip r:embed="rId4"/>
          <a:srcRect t="3633" b="11362"/>
          <a:stretch>
            <a:fillRect/>
          </a:stretch>
        </p:blipFill>
        <p:spPr>
          <a:xfrm>
            <a:off x="-109728" y="3822192"/>
            <a:ext cx="2745771" cy="2194560"/>
          </a:xfrm>
          <a:prstGeom prst="rect">
            <a:avLst/>
          </a:prstGeom>
        </p:spPr>
      </p:pic>
    </p:spTree>
    <p:extLst>
      <p:ext uri="{BB962C8B-B14F-4D97-AF65-F5344CB8AC3E}">
        <p14:creationId xmlns:p14="http://schemas.microsoft.com/office/powerpoint/2010/main" val="30998843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C631FAC-DE7F-5014-113F-6E0E46FD45A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4608396-4C78-A369-1A16-8C031D8E17C2}"/>
                  </a:ext>
                </a:extLst>
              </p:cNvPr>
              <p:cNvSpPr txBox="1"/>
              <p:nvPr/>
            </p:nvSpPr>
            <p:spPr>
              <a:xfrm>
                <a:off x="348488" y="262620"/>
                <a:ext cx="11528552" cy="677108"/>
              </a:xfrm>
              <a:prstGeom prst="rect">
                <a:avLst/>
              </a:prstGeom>
              <a:noFill/>
            </p:spPr>
            <p:txBody>
              <a:bodyPr wrap="square" rtlCol="0">
                <a:spAutoFit/>
              </a:bodyPr>
              <a:lstStyle/>
              <a:p>
                <a:r>
                  <a:rPr lang="en-IN" b="1" dirty="0">
                    <a:latin typeface="Bahnschrift" panose="020B0502040204020203" pitchFamily="34" charset="0"/>
                  </a:rPr>
                  <a:t>Question: Draw a rough sketch of the curve </a:t>
                </a:r>
                <a14:m>
                  <m:oMath xmlns:m="http://schemas.openxmlformats.org/officeDocument/2006/math">
                    <m:r>
                      <a:rPr lang="en-IN" b="1" i="1">
                        <a:latin typeface="Cambria Math" panose="02040503050406030204" pitchFamily="18" charset="0"/>
                      </a:rPr>
                      <m:t>𝒚</m:t>
                    </m:r>
                    <m:r>
                      <a:rPr lang="en-IN" b="1">
                        <a:latin typeface="Cambria Math" panose="02040503050406030204" pitchFamily="18" charset="0"/>
                      </a:rPr>
                      <m:t>=</m:t>
                    </m:r>
                    <m:func>
                      <m:funcPr>
                        <m:ctrlPr>
                          <a:rPr lang="en-IN" b="1" i="1">
                            <a:latin typeface="Cambria Math" panose="02040503050406030204" pitchFamily="18" charset="0"/>
                          </a:rPr>
                        </m:ctrlPr>
                      </m:funcPr>
                      <m:fName>
                        <m:sSup>
                          <m:sSupPr>
                            <m:ctrlPr>
                              <a:rPr lang="en-IN" b="1" i="1">
                                <a:latin typeface="Cambria Math" panose="02040503050406030204" pitchFamily="18" charset="0"/>
                              </a:rPr>
                            </m:ctrlPr>
                          </m:sSupPr>
                          <m:e>
                            <m:r>
                              <a:rPr lang="en-IN" b="1" i="1">
                                <a:latin typeface="Cambria Math" panose="02040503050406030204" pitchFamily="18" charset="0"/>
                              </a:rPr>
                              <m:t>𝒄𝒐𝒔</m:t>
                            </m:r>
                          </m:e>
                          <m:sup>
                            <m:r>
                              <a:rPr lang="en-IN" b="1" i="1">
                                <a:latin typeface="Cambria Math" panose="02040503050406030204" pitchFamily="18" charset="0"/>
                              </a:rPr>
                              <m:t>𝟐</m:t>
                            </m:r>
                          </m:sup>
                        </m:sSup>
                      </m:fName>
                      <m:e>
                        <m:r>
                          <a:rPr lang="en-IN" b="1" i="1">
                            <a:latin typeface="Cambria Math" panose="02040503050406030204" pitchFamily="18" charset="0"/>
                          </a:rPr>
                          <m:t>𝒙</m:t>
                        </m:r>
                      </m:e>
                    </m:func>
                  </m:oMath>
                </a14:m>
                <a:r>
                  <a:rPr lang="en-IN" b="1" dirty="0">
                    <a:latin typeface="Bahnschrift" panose="020B0502040204020203" pitchFamily="34" charset="0"/>
                  </a:rPr>
                  <a:t>in </a:t>
                </a:r>
                <a14:m>
                  <m:oMath xmlns:m="http://schemas.openxmlformats.org/officeDocument/2006/math">
                    <m:d>
                      <m:dPr>
                        <m:begChr m:val="["/>
                        <m:endChr m:val="]"/>
                        <m:ctrlPr>
                          <a:rPr lang="en-IN" b="1" i="1">
                            <a:latin typeface="Cambria Math" panose="02040503050406030204" pitchFamily="18" charset="0"/>
                          </a:rPr>
                        </m:ctrlPr>
                      </m:dPr>
                      <m:e>
                        <m:r>
                          <a:rPr lang="en-IN" b="1" i="1">
                            <a:latin typeface="Cambria Math" panose="02040503050406030204" pitchFamily="18" charset="0"/>
                          </a:rPr>
                          <m:t>𝟎</m:t>
                        </m:r>
                        <m:r>
                          <a:rPr lang="en-IN" b="1">
                            <a:latin typeface="Cambria Math" panose="02040503050406030204" pitchFamily="18" charset="0"/>
                          </a:rPr>
                          <m:t>,</m:t>
                        </m:r>
                        <m:r>
                          <a:rPr lang="en-IN" b="1" i="1">
                            <a:latin typeface="Cambria Math" panose="02040503050406030204" pitchFamily="18" charset="0"/>
                          </a:rPr>
                          <m:t>𝝅</m:t>
                        </m:r>
                      </m:e>
                    </m:d>
                  </m:oMath>
                </a14:m>
                <a:r>
                  <a:rPr lang="en-IN" b="1" dirty="0">
                    <a:latin typeface="Bahnschrift" panose="020B0502040204020203" pitchFamily="34" charset="0"/>
                  </a:rPr>
                  <a:t>and find the area enclosed by the curve, the lines </a:t>
                </a:r>
                <a14:m>
                  <m:oMath xmlns:m="http://schemas.openxmlformats.org/officeDocument/2006/math">
                    <m:r>
                      <a:rPr lang="en-IN" b="1" i="1">
                        <a:latin typeface="Cambria Math" panose="02040503050406030204" pitchFamily="18" charset="0"/>
                      </a:rPr>
                      <m:t>𝒙</m:t>
                    </m:r>
                    <m:r>
                      <a:rPr lang="en-IN" b="1">
                        <a:latin typeface="Cambria Math" panose="02040503050406030204" pitchFamily="18" charset="0"/>
                      </a:rPr>
                      <m:t>=</m:t>
                    </m:r>
                    <m:r>
                      <a:rPr lang="en-IN" b="1" i="1">
                        <a:latin typeface="Cambria Math" panose="02040503050406030204" pitchFamily="18" charset="0"/>
                      </a:rPr>
                      <m:t>𝟎</m:t>
                    </m:r>
                    <m:r>
                      <a:rPr lang="en-IN" b="1">
                        <a:latin typeface="Cambria Math" panose="02040503050406030204" pitchFamily="18" charset="0"/>
                      </a:rPr>
                      <m:t>,</m:t>
                    </m:r>
                    <m:r>
                      <a:rPr lang="en-IN" b="1" i="1">
                        <a:latin typeface="Cambria Math" panose="02040503050406030204" pitchFamily="18" charset="0"/>
                      </a:rPr>
                      <m:t>𝒙</m:t>
                    </m:r>
                    <m:r>
                      <a:rPr lang="en-IN" b="1">
                        <a:latin typeface="Cambria Math" panose="02040503050406030204" pitchFamily="18" charset="0"/>
                      </a:rPr>
                      <m:t>=</m:t>
                    </m:r>
                    <m:r>
                      <a:rPr lang="en-IN" b="1" i="1">
                        <a:latin typeface="Cambria Math" panose="02040503050406030204" pitchFamily="18" charset="0"/>
                      </a:rPr>
                      <m:t>𝝅</m:t>
                    </m:r>
                  </m:oMath>
                </a14:m>
                <a:r>
                  <a:rPr lang="en-IN" b="1" dirty="0">
                    <a:latin typeface="Bahnschrift" panose="020B0502040204020203" pitchFamily="34" charset="0"/>
                  </a:rPr>
                  <a:t>and the </a:t>
                </a:r>
                <a14:m>
                  <m:oMath xmlns:m="http://schemas.openxmlformats.org/officeDocument/2006/math">
                    <m:r>
                      <a:rPr lang="en-IN" b="1" i="1">
                        <a:latin typeface="Cambria Math" panose="02040503050406030204" pitchFamily="18" charset="0"/>
                      </a:rPr>
                      <m:t>𝒙</m:t>
                    </m:r>
                  </m:oMath>
                </a14:m>
                <a:r>
                  <a:rPr lang="en-IN" b="1" dirty="0">
                    <a:latin typeface="Bahnschrift" panose="020B0502040204020203" pitchFamily="34" charset="0"/>
                  </a:rPr>
                  <a:t>-axis.</a:t>
                </a:r>
                <a:r>
                  <a:rPr lang="en-IN" sz="2000" b="1" dirty="0">
                    <a:latin typeface="Bahnschrift" panose="020B0502040204020203" pitchFamily="34" charset="0"/>
                  </a:rPr>
                  <a:t> </a:t>
                </a:r>
              </a:p>
            </p:txBody>
          </p:sp>
        </mc:Choice>
        <mc:Fallback xmlns="">
          <p:sp>
            <p:nvSpPr>
              <p:cNvPr id="2" name="TextBox 1">
                <a:extLst>
                  <a:ext uri="{FF2B5EF4-FFF2-40B4-BE49-F238E27FC236}">
                    <a16:creationId xmlns:a16="http://schemas.microsoft.com/office/drawing/2014/main" id="{64608396-4C78-A369-1A16-8C031D8E17C2}"/>
                  </a:ext>
                </a:extLst>
              </p:cNvPr>
              <p:cNvSpPr txBox="1">
                <a:spLocks noRot="1" noChangeAspect="1" noMove="1" noResize="1" noEditPoints="1" noAdjustHandles="1" noChangeArrowheads="1" noChangeShapeType="1" noTextEdit="1"/>
              </p:cNvSpPr>
              <p:nvPr/>
            </p:nvSpPr>
            <p:spPr>
              <a:xfrm>
                <a:off x="348488" y="262620"/>
                <a:ext cx="11528552" cy="677108"/>
              </a:xfrm>
              <a:prstGeom prst="rect">
                <a:avLst/>
              </a:prstGeom>
              <a:blipFill>
                <a:blip r:embed="rId2"/>
                <a:stretch>
                  <a:fillRect l="-423" t="-2703" b="-1711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36EA59B-F3D3-7F89-CFFC-BCC2AA9EE844}"/>
                  </a:ext>
                </a:extLst>
              </p:cNvPr>
              <p:cNvSpPr txBox="1"/>
              <p:nvPr/>
            </p:nvSpPr>
            <p:spPr>
              <a:xfrm>
                <a:off x="348488" y="1177020"/>
                <a:ext cx="11660632" cy="4053354"/>
              </a:xfrm>
              <a:prstGeom prst="rect">
                <a:avLst/>
              </a:prstGeom>
              <a:noFill/>
            </p:spPr>
            <p:txBody>
              <a:bodyPr wrap="square" rtlCol="0">
                <a:spAutoFit/>
              </a:bodyPr>
              <a:lstStyle/>
              <a:p>
                <a:r>
                  <a:rPr lang="en-IN" b="1" dirty="0">
                    <a:latin typeface="Segoe Print" panose="02000600000000000000" pitchFamily="2" charset="0"/>
                  </a:rPr>
                  <a:t>SOLUTION</a:t>
                </a:r>
                <a:endParaRPr lang="en-IN" dirty="0">
                  <a:latin typeface="Segoe Print" panose="02000600000000000000" pitchFamily="2" charset="0"/>
                </a:endParaRPr>
              </a:p>
              <a:p>
                <a:r>
                  <a:rPr lang="en-IN" dirty="0">
                    <a:latin typeface="Segoe Print" panose="02000600000000000000" pitchFamily="2" charset="0"/>
                  </a:rPr>
                  <a:t>We prepare a table for the values of </a:t>
                </a:r>
                <a14:m>
                  <m:oMath xmlns:m="http://schemas.openxmlformats.org/officeDocument/2006/math">
                    <m:func>
                      <m:funcPr>
                        <m:ctrlPr>
                          <a:rPr lang="en-IN" i="1">
                            <a:latin typeface="Cambria Math" panose="02040503050406030204" pitchFamily="18" charset="0"/>
                          </a:rPr>
                        </m:ctrlPr>
                      </m:funcPr>
                      <m:fName>
                        <m:sSup>
                          <m:sSupPr>
                            <m:ctrlPr>
                              <a:rPr lang="en-IN">
                                <a:latin typeface="Cambria Math" panose="02040503050406030204" pitchFamily="18" charset="0"/>
                              </a:rPr>
                            </m:ctrlPr>
                          </m:sSupPr>
                          <m:e>
                            <m:r>
                              <m:rPr>
                                <m:sty m:val="p"/>
                              </m:rPr>
                              <a:rPr lang="en-IN">
                                <a:latin typeface="Cambria Math" panose="02040503050406030204" pitchFamily="18" charset="0"/>
                              </a:rPr>
                              <m:t>cos</m:t>
                            </m:r>
                          </m:e>
                          <m:sup>
                            <m:r>
                              <a:rPr lang="en-IN">
                                <a:latin typeface="Cambria Math" panose="02040503050406030204" pitchFamily="18" charset="0"/>
                              </a:rPr>
                              <m:t>2</m:t>
                            </m:r>
                          </m:sup>
                        </m:sSup>
                      </m:fName>
                      <m:e>
                        <m:r>
                          <a:rPr lang="en-IN" i="1">
                            <a:latin typeface="Cambria Math" panose="02040503050406030204" pitchFamily="18" charset="0"/>
                          </a:rPr>
                          <m:t>𝑥</m:t>
                        </m:r>
                      </m:e>
                    </m:func>
                  </m:oMath>
                </a14:m>
                <a:r>
                  <a:rPr lang="en-IN" dirty="0">
                    <a:latin typeface="Segoe Print" panose="02000600000000000000" pitchFamily="2" charset="0"/>
                  </a:rPr>
                  <a:t>at different points between </a:t>
                </a:r>
                <a14:m>
                  <m:oMath xmlns:m="http://schemas.openxmlformats.org/officeDocument/2006/math">
                    <m:r>
                      <a:rPr lang="en-IN">
                        <a:latin typeface="Cambria Math" panose="02040503050406030204" pitchFamily="18" charset="0"/>
                      </a:rPr>
                      <m:t>0</m:t>
                    </m:r>
                  </m:oMath>
                </a14:m>
                <a:r>
                  <a:rPr lang="en-IN" dirty="0">
                    <a:latin typeface="Segoe Print" panose="02000600000000000000" pitchFamily="2" charset="0"/>
                  </a:rPr>
                  <a:t>and </a:t>
                </a:r>
                <a14:m>
                  <m:oMath xmlns:m="http://schemas.openxmlformats.org/officeDocument/2006/math">
                    <m:r>
                      <a:rPr lang="en-IN" i="1">
                        <a:latin typeface="Cambria Math" panose="02040503050406030204" pitchFamily="18" charset="0"/>
                      </a:rPr>
                      <m:t>𝜋</m:t>
                    </m:r>
                  </m:oMath>
                </a14:m>
                <a:r>
                  <a:rPr lang="en-IN" dirty="0">
                    <a:latin typeface="Segoe Print" panose="02000600000000000000" pitchFamily="2" charset="0"/>
                  </a:rPr>
                  <a:t>as given below: </a:t>
                </a:r>
              </a:p>
              <a:p>
                <a:pPr lvl="0"/>
                <a14:m>
                  <m:oMath xmlns:m="http://schemas.openxmlformats.org/officeDocument/2006/math">
                    <m:r>
                      <a:rPr lang="en-IN" b="0" i="1" smtClean="0">
                        <a:latin typeface="Cambria Math" panose="02040503050406030204" pitchFamily="18" charset="0"/>
                      </a:rPr>
                      <m:t>                                      </m:t>
                    </m:r>
                    <m:r>
                      <a:rPr lang="en-IN" i="1">
                        <a:latin typeface="Cambria Math" panose="02040503050406030204" pitchFamily="18" charset="0"/>
                      </a:rPr>
                      <m:t>𝑥</m:t>
                    </m:r>
                  </m:oMath>
                </a14:m>
                <a:r>
                  <a:rPr lang="en-IN" dirty="0">
                    <a:latin typeface="Segoe Print" panose="02000600000000000000" pitchFamily="2" charset="0"/>
                  </a:rPr>
                  <a:t>: </a:t>
                </a:r>
                <a14:m>
                  <m:oMath xmlns:m="http://schemas.openxmlformats.org/officeDocument/2006/math">
                    <m:r>
                      <a:rPr lang="en-IN">
                        <a:latin typeface="Cambria Math" panose="02040503050406030204" pitchFamily="18" charset="0"/>
                      </a:rPr>
                      <m:t>0,</m:t>
                    </m:r>
                    <m:r>
                      <a:rPr lang="en-IN" i="1">
                        <a:latin typeface="Cambria Math" panose="02040503050406030204" pitchFamily="18" charset="0"/>
                      </a:rPr>
                      <m:t>𝜋</m:t>
                    </m:r>
                    <m:r>
                      <a:rPr lang="en-IN">
                        <a:latin typeface="Cambria Math" panose="02040503050406030204" pitchFamily="18" charset="0"/>
                      </a:rPr>
                      <m:t>/6,</m:t>
                    </m:r>
                    <m:r>
                      <a:rPr lang="en-IN" i="1">
                        <a:latin typeface="Cambria Math" panose="02040503050406030204" pitchFamily="18" charset="0"/>
                      </a:rPr>
                      <m:t>𝜋</m:t>
                    </m:r>
                    <m:r>
                      <a:rPr lang="en-IN">
                        <a:latin typeface="Cambria Math" panose="02040503050406030204" pitchFamily="18" charset="0"/>
                      </a:rPr>
                      <m:t>/4,</m:t>
                    </m:r>
                    <m:r>
                      <a:rPr lang="en-IN" i="1">
                        <a:latin typeface="Cambria Math" panose="02040503050406030204" pitchFamily="18" charset="0"/>
                      </a:rPr>
                      <m:t>𝜋</m:t>
                    </m:r>
                    <m:r>
                      <a:rPr lang="en-IN">
                        <a:latin typeface="Cambria Math" panose="02040503050406030204" pitchFamily="18" charset="0"/>
                      </a:rPr>
                      <m:t>/3,</m:t>
                    </m:r>
                    <m:r>
                      <a:rPr lang="en-IN" i="1">
                        <a:latin typeface="Cambria Math" panose="02040503050406030204" pitchFamily="18" charset="0"/>
                      </a:rPr>
                      <m:t>𝜋</m:t>
                    </m:r>
                    <m:r>
                      <a:rPr lang="en-IN">
                        <a:latin typeface="Cambria Math" panose="02040503050406030204" pitchFamily="18" charset="0"/>
                      </a:rPr>
                      <m:t>/2,2</m:t>
                    </m:r>
                    <m:r>
                      <a:rPr lang="en-IN" i="1">
                        <a:latin typeface="Cambria Math" panose="02040503050406030204" pitchFamily="18" charset="0"/>
                      </a:rPr>
                      <m:t>𝜋</m:t>
                    </m:r>
                    <m:r>
                      <a:rPr lang="en-IN">
                        <a:latin typeface="Cambria Math" panose="02040503050406030204" pitchFamily="18" charset="0"/>
                      </a:rPr>
                      <m:t>/3,3</m:t>
                    </m:r>
                    <m:r>
                      <a:rPr lang="en-IN" i="1">
                        <a:latin typeface="Cambria Math" panose="02040503050406030204" pitchFamily="18" charset="0"/>
                      </a:rPr>
                      <m:t>𝜋</m:t>
                    </m:r>
                    <m:r>
                      <a:rPr lang="en-IN">
                        <a:latin typeface="Cambria Math" panose="02040503050406030204" pitchFamily="18" charset="0"/>
                      </a:rPr>
                      <m:t>/4,5</m:t>
                    </m:r>
                    <m:r>
                      <a:rPr lang="en-IN" i="1">
                        <a:latin typeface="Cambria Math" panose="02040503050406030204" pitchFamily="18" charset="0"/>
                      </a:rPr>
                      <m:t>𝜋</m:t>
                    </m:r>
                    <m:r>
                      <a:rPr lang="en-IN">
                        <a:latin typeface="Cambria Math" panose="02040503050406030204" pitchFamily="18" charset="0"/>
                      </a:rPr>
                      <m:t>/6,</m:t>
                    </m:r>
                    <m:r>
                      <a:rPr lang="en-IN" i="1">
                        <a:latin typeface="Cambria Math" panose="02040503050406030204" pitchFamily="18" charset="0"/>
                      </a:rPr>
                      <m:t>𝜋</m:t>
                    </m:r>
                  </m:oMath>
                </a14:m>
                <a:endParaRPr lang="en-IN" dirty="0">
                  <a:latin typeface="Segoe Print" panose="02000600000000000000" pitchFamily="2" charset="0"/>
                </a:endParaRPr>
              </a:p>
              <a:p>
                <a:pPr lvl="0"/>
                <a14:m>
                  <m:oMath xmlns:m="http://schemas.openxmlformats.org/officeDocument/2006/math">
                    <m:func>
                      <m:funcPr>
                        <m:ctrlPr>
                          <a:rPr lang="en-IN" b="0" i="1" smtClean="0">
                            <a:latin typeface="Cambria Math" panose="02040503050406030204" pitchFamily="18" charset="0"/>
                          </a:rPr>
                        </m:ctrlPr>
                      </m:funcPr>
                      <m:fName>
                        <m:sSup>
                          <m:sSupPr>
                            <m:ctrlPr>
                              <a:rPr lang="en-IN" b="0" i="0" smtClean="0">
                                <a:latin typeface="Cambria Math" panose="02040503050406030204" pitchFamily="18" charset="0"/>
                              </a:rPr>
                            </m:ctrlPr>
                          </m:sSupPr>
                          <m:e>
                            <m:r>
                              <a:rPr lang="en-IN" b="0" i="0" smtClean="0">
                                <a:latin typeface="Cambria Math" panose="02040503050406030204" pitchFamily="18" charset="0"/>
                              </a:rPr>
                              <m:t>                                      </m:t>
                            </m:r>
                            <m:r>
                              <m:rPr>
                                <m:sty m:val="p"/>
                              </m:rPr>
                              <a:rPr lang="en-IN">
                                <a:latin typeface="Cambria Math" panose="02040503050406030204" pitchFamily="18" charset="0"/>
                              </a:rPr>
                              <m:t>cos</m:t>
                            </m:r>
                          </m:e>
                          <m:sup>
                            <m:r>
                              <a:rPr lang="en-IN">
                                <a:latin typeface="Cambria Math" panose="02040503050406030204" pitchFamily="18" charset="0"/>
                              </a:rPr>
                              <m:t>2</m:t>
                            </m:r>
                          </m:sup>
                        </m:sSup>
                      </m:fName>
                      <m:e>
                        <m:r>
                          <a:rPr lang="en-IN" i="1">
                            <a:latin typeface="Cambria Math" panose="02040503050406030204" pitchFamily="18" charset="0"/>
                          </a:rPr>
                          <m:t>𝑥</m:t>
                        </m:r>
                      </m:e>
                    </m:func>
                  </m:oMath>
                </a14:m>
                <a:r>
                  <a:rPr lang="en-IN" dirty="0">
                    <a:latin typeface="Segoe Print" panose="02000600000000000000" pitchFamily="2" charset="0"/>
                  </a:rPr>
                  <a:t>: </a:t>
                </a:r>
                <a14:m>
                  <m:oMath xmlns:m="http://schemas.openxmlformats.org/officeDocument/2006/math">
                    <m:r>
                      <a:rPr lang="en-IN">
                        <a:latin typeface="Cambria Math" panose="02040503050406030204" pitchFamily="18" charset="0"/>
                      </a:rPr>
                      <m:t>1,0.75,0.5,0.25,0,0.25,0.5,0.75,1</m:t>
                    </m:r>
                  </m:oMath>
                </a14:m>
                <a:endParaRPr lang="en-IN" dirty="0">
                  <a:latin typeface="Segoe Print" panose="02000600000000000000" pitchFamily="2" charset="0"/>
                </a:endParaRPr>
              </a:p>
              <a:p>
                <a:r>
                  <a:rPr lang="en-IN" dirty="0">
                    <a:latin typeface="Segoe Print" panose="02000600000000000000" pitchFamily="2" charset="0"/>
                  </a:rPr>
                  <a:t>By plotting these points and joining them with a free hand, we obtain a rough sketch of </a:t>
                </a:r>
                <a14:m>
                  <m:oMath xmlns:m="http://schemas.openxmlformats.org/officeDocument/2006/math">
                    <m:r>
                      <a:rPr lang="en-IN" i="1">
                        <a:latin typeface="Cambria Math" panose="02040503050406030204" pitchFamily="18" charset="0"/>
                      </a:rPr>
                      <m:t>𝑦</m:t>
                    </m:r>
                    <m:r>
                      <a:rPr lang="en-IN">
                        <a:latin typeface="Cambria Math" panose="02040503050406030204" pitchFamily="18" charset="0"/>
                      </a:rPr>
                      <m:t>=</m:t>
                    </m:r>
                    <m:func>
                      <m:funcPr>
                        <m:ctrlPr>
                          <a:rPr lang="en-IN" i="1">
                            <a:latin typeface="Cambria Math" panose="02040503050406030204" pitchFamily="18" charset="0"/>
                          </a:rPr>
                        </m:ctrlPr>
                      </m:funcPr>
                      <m:fName>
                        <m:sSup>
                          <m:sSupPr>
                            <m:ctrlPr>
                              <a:rPr lang="en-IN">
                                <a:latin typeface="Cambria Math" panose="02040503050406030204" pitchFamily="18" charset="0"/>
                              </a:rPr>
                            </m:ctrlPr>
                          </m:sSupPr>
                          <m:e>
                            <m:r>
                              <m:rPr>
                                <m:sty m:val="p"/>
                              </m:rPr>
                              <a:rPr lang="en-IN">
                                <a:latin typeface="Cambria Math" panose="02040503050406030204" pitchFamily="18" charset="0"/>
                              </a:rPr>
                              <m:t>cos</m:t>
                            </m:r>
                          </m:e>
                          <m:sup>
                            <m:r>
                              <a:rPr lang="en-IN">
                                <a:latin typeface="Cambria Math" panose="02040503050406030204" pitchFamily="18" charset="0"/>
                              </a:rPr>
                              <m:t>2</m:t>
                            </m:r>
                          </m:sup>
                        </m:sSup>
                      </m:fName>
                      <m:e>
                        <m:r>
                          <a:rPr lang="en-IN" i="1">
                            <a:latin typeface="Cambria Math" panose="02040503050406030204" pitchFamily="18" charset="0"/>
                          </a:rPr>
                          <m:t>𝑥</m:t>
                        </m:r>
                      </m:e>
                    </m:func>
                  </m:oMath>
                </a14:m>
                <a:r>
                  <a:rPr lang="en-IN" dirty="0">
                    <a:latin typeface="Segoe Print" panose="02000600000000000000" pitchFamily="2" charset="0"/>
                  </a:rPr>
                  <a:t>as shown in Fig. 20.11. The required region is the shaded region in Fig. 20.11. To find the shaded region, we slice it into vertical strips. Each vertical strip has its lower end on </a:t>
                </a:r>
                <a14:m>
                  <m:oMath xmlns:m="http://schemas.openxmlformats.org/officeDocument/2006/math">
                    <m:r>
                      <a:rPr lang="en-IN" i="1">
                        <a:latin typeface="Cambria Math" panose="02040503050406030204" pitchFamily="18" charset="0"/>
                      </a:rPr>
                      <m:t>𝑥</m:t>
                    </m:r>
                  </m:oMath>
                </a14:m>
                <a:r>
                  <a:rPr lang="en-IN" dirty="0">
                    <a:latin typeface="Segoe Print" panose="02000600000000000000" pitchFamily="2" charset="0"/>
                  </a:rPr>
                  <a:t>-axis and the upper end on </a:t>
                </a:r>
                <a14:m>
                  <m:oMath xmlns:m="http://schemas.openxmlformats.org/officeDocument/2006/math">
                    <m:r>
                      <a:rPr lang="en-IN" i="1">
                        <a:latin typeface="Cambria Math" panose="02040503050406030204" pitchFamily="18" charset="0"/>
                      </a:rPr>
                      <m:t>𝑦</m:t>
                    </m:r>
                    <m:r>
                      <a:rPr lang="en-IN">
                        <a:latin typeface="Cambria Math" panose="02040503050406030204" pitchFamily="18" charset="0"/>
                      </a:rPr>
                      <m:t>=</m:t>
                    </m:r>
                    <m:func>
                      <m:funcPr>
                        <m:ctrlPr>
                          <a:rPr lang="en-IN" i="1">
                            <a:latin typeface="Cambria Math" panose="02040503050406030204" pitchFamily="18" charset="0"/>
                          </a:rPr>
                        </m:ctrlPr>
                      </m:funcPr>
                      <m:fName>
                        <m:sSup>
                          <m:sSupPr>
                            <m:ctrlPr>
                              <a:rPr lang="en-IN">
                                <a:latin typeface="Cambria Math" panose="02040503050406030204" pitchFamily="18" charset="0"/>
                              </a:rPr>
                            </m:ctrlPr>
                          </m:sSupPr>
                          <m:e>
                            <m:r>
                              <m:rPr>
                                <m:sty m:val="p"/>
                              </m:rPr>
                              <a:rPr lang="en-IN">
                                <a:latin typeface="Cambria Math" panose="02040503050406030204" pitchFamily="18" charset="0"/>
                              </a:rPr>
                              <m:t>cos</m:t>
                            </m:r>
                          </m:e>
                          <m:sup>
                            <m:r>
                              <a:rPr lang="en-IN">
                                <a:latin typeface="Cambria Math" panose="02040503050406030204" pitchFamily="18" charset="0"/>
                              </a:rPr>
                              <m:t>2</m:t>
                            </m:r>
                          </m:sup>
                        </m:sSup>
                      </m:fName>
                      <m:e>
                        <m:r>
                          <a:rPr lang="en-IN" i="1">
                            <a:latin typeface="Cambria Math" panose="02040503050406030204" pitchFamily="18" charset="0"/>
                          </a:rPr>
                          <m:t>𝑥</m:t>
                        </m:r>
                      </m:e>
                    </m:func>
                  </m:oMath>
                </a14:m>
                <a:r>
                  <a:rPr lang="en-IN" dirty="0">
                    <a:latin typeface="Segoe Print" panose="02000600000000000000" pitchFamily="2" charset="0"/>
                  </a:rPr>
                  <a:t>. So, the approximating rectangle shown in Fig. 20.11 has, length </a:t>
                </a:r>
                <a14:m>
                  <m:oMath xmlns:m="http://schemas.openxmlformats.org/officeDocument/2006/math">
                    <m:r>
                      <a:rPr lang="en-IN">
                        <a:latin typeface="Cambria Math" panose="02040503050406030204" pitchFamily="18" charset="0"/>
                      </a:rPr>
                      <m:t>=|</m:t>
                    </m:r>
                    <m:r>
                      <a:rPr lang="en-IN" i="1">
                        <a:latin typeface="Cambria Math" panose="02040503050406030204" pitchFamily="18" charset="0"/>
                      </a:rPr>
                      <m:t>𝑦</m:t>
                    </m:r>
                    <m:r>
                      <a:rPr lang="en-IN">
                        <a:latin typeface="Cambria Math" panose="02040503050406030204" pitchFamily="18" charset="0"/>
                      </a:rPr>
                      <m:t>|</m:t>
                    </m:r>
                  </m:oMath>
                </a14:m>
                <a:r>
                  <a:rPr lang="en-IN" dirty="0">
                    <a:latin typeface="Segoe Print" panose="02000600000000000000" pitchFamily="2" charset="0"/>
                  </a:rPr>
                  <a:t>, width </a:t>
                </a:r>
                <a14:m>
                  <m:oMath xmlns:m="http://schemas.openxmlformats.org/officeDocument/2006/math">
                    <m:r>
                      <a:rPr lang="en-IN">
                        <a:latin typeface="Cambria Math" panose="02040503050406030204" pitchFamily="18" charset="0"/>
                      </a:rPr>
                      <m:t>=</m:t>
                    </m:r>
                    <m:r>
                      <a:rPr lang="en-IN" i="1">
                        <a:latin typeface="Cambria Math" panose="02040503050406030204" pitchFamily="18" charset="0"/>
                      </a:rPr>
                      <m:t>𝑑𝑥</m:t>
                    </m:r>
                  </m:oMath>
                </a14:m>
                <a:r>
                  <a:rPr lang="en-IN" dirty="0">
                    <a:latin typeface="Segoe Print" panose="02000600000000000000" pitchFamily="2" charset="0"/>
                  </a:rPr>
                  <a:t>and area </a:t>
                </a:r>
                <a14:m>
                  <m:oMath xmlns:m="http://schemas.openxmlformats.org/officeDocument/2006/math">
                    <m:r>
                      <a:rPr lang="en-IN">
                        <a:latin typeface="Cambria Math" panose="02040503050406030204" pitchFamily="18" charset="0"/>
                      </a:rPr>
                      <m:t>=|</m:t>
                    </m:r>
                    <m:r>
                      <a:rPr lang="en-IN" i="1">
                        <a:latin typeface="Cambria Math" panose="02040503050406030204" pitchFamily="18" charset="0"/>
                      </a:rPr>
                      <m:t>𝑦</m:t>
                    </m:r>
                    <m:r>
                      <a:rPr lang="en-IN">
                        <a:latin typeface="Cambria Math" panose="02040503050406030204" pitchFamily="18" charset="0"/>
                      </a:rPr>
                      <m:t>| </m:t>
                    </m:r>
                    <m:r>
                      <a:rPr lang="en-IN" i="1">
                        <a:latin typeface="Cambria Math" panose="02040503050406030204" pitchFamily="18" charset="0"/>
                      </a:rPr>
                      <m:t>𝑑𝑥</m:t>
                    </m:r>
                  </m:oMath>
                </a14:m>
                <a:r>
                  <a:rPr lang="en-IN" dirty="0">
                    <a:latin typeface="Segoe Print" panose="02000600000000000000" pitchFamily="2" charset="0"/>
                  </a:rPr>
                  <a:t>. Since the approximating rectangle can move from </a:t>
                </a:r>
                <a14:m>
                  <m:oMath xmlns:m="http://schemas.openxmlformats.org/officeDocument/2006/math">
                    <m:r>
                      <a:rPr lang="en-IN" i="1">
                        <a:latin typeface="Cambria Math" panose="02040503050406030204" pitchFamily="18" charset="0"/>
                      </a:rPr>
                      <m:t>𝑥</m:t>
                    </m:r>
                    <m:r>
                      <a:rPr lang="en-IN">
                        <a:latin typeface="Cambria Math" panose="02040503050406030204" pitchFamily="18" charset="0"/>
                      </a:rPr>
                      <m:t>=0</m:t>
                    </m:r>
                  </m:oMath>
                </a14:m>
                <a:r>
                  <a:rPr lang="en-IN" dirty="0">
                    <a:latin typeface="Segoe Print" panose="02000600000000000000" pitchFamily="2" charset="0"/>
                  </a:rPr>
                  <a:t>to </a:t>
                </a:r>
                <a14:m>
                  <m:oMath xmlns:m="http://schemas.openxmlformats.org/officeDocument/2006/math">
                    <m:r>
                      <a:rPr lang="en-IN" i="1">
                        <a:latin typeface="Cambria Math" panose="02040503050406030204" pitchFamily="18" charset="0"/>
                      </a:rPr>
                      <m:t>𝑥</m:t>
                    </m:r>
                    <m:r>
                      <a:rPr lang="en-IN">
                        <a:latin typeface="Cambria Math" panose="02040503050406030204" pitchFamily="18" charset="0"/>
                      </a:rPr>
                      <m:t>=</m:t>
                    </m:r>
                    <m:r>
                      <a:rPr lang="en-IN" i="1">
                        <a:latin typeface="Cambria Math" panose="02040503050406030204" pitchFamily="18" charset="0"/>
                      </a:rPr>
                      <m:t>𝜋</m:t>
                    </m:r>
                  </m:oMath>
                </a14:m>
                <a:r>
                  <a:rPr lang="en-IN" dirty="0">
                    <a:latin typeface="Segoe Print" panose="02000600000000000000" pitchFamily="2" charset="0"/>
                  </a:rPr>
                  <a:t>. So, required area </a:t>
                </a:r>
                <a14:m>
                  <m:oMath xmlns:m="http://schemas.openxmlformats.org/officeDocument/2006/math">
                    <m:r>
                      <a:rPr lang="en-IN" i="1">
                        <a:latin typeface="Cambria Math" panose="02040503050406030204" pitchFamily="18" charset="0"/>
                      </a:rPr>
                      <m:t>𝐴</m:t>
                    </m:r>
                  </m:oMath>
                </a14:m>
                <a:r>
                  <a:rPr lang="en-IN" dirty="0">
                    <a:latin typeface="Segoe Print" panose="02000600000000000000" pitchFamily="2" charset="0"/>
                  </a:rPr>
                  <a:t>is given by: </a:t>
                </a:r>
              </a:p>
              <a:p>
                <a:r>
                  <a:rPr lang="en-IN" dirty="0"/>
                  <a:t> </a:t>
                </a:r>
                <a14:m>
                  <m:oMath xmlns:m="http://schemas.openxmlformats.org/officeDocument/2006/math">
                    <m:r>
                      <a:rPr lang="en-IN" i="1">
                        <a:latin typeface="Cambria Math" panose="02040503050406030204" pitchFamily="18" charset="0"/>
                      </a:rPr>
                      <m:t>𝐴</m:t>
                    </m:r>
                    <m:r>
                      <a:rPr lang="en-IN">
                        <a:latin typeface="Cambria Math" panose="02040503050406030204" pitchFamily="18" charset="0"/>
                      </a:rPr>
                      <m:t>=</m:t>
                    </m:r>
                    <m:nary>
                      <m:naryPr>
                        <m:limLoc m:val="subSup"/>
                        <m:ctrlPr>
                          <a:rPr lang="en-IN">
                            <a:latin typeface="Cambria Math" panose="02040503050406030204" pitchFamily="18" charset="0"/>
                          </a:rPr>
                        </m:ctrlPr>
                      </m:naryPr>
                      <m:sub>
                        <m:r>
                          <a:rPr lang="en-IN">
                            <a:latin typeface="Cambria Math" panose="02040503050406030204" pitchFamily="18" charset="0"/>
                          </a:rPr>
                          <m:t>0</m:t>
                        </m:r>
                      </m:sub>
                      <m:sup>
                        <m:r>
                          <a:rPr lang="en-IN" i="1">
                            <a:latin typeface="Cambria Math" panose="02040503050406030204" pitchFamily="18" charset="0"/>
                          </a:rPr>
                          <m:t>𝜋</m:t>
                        </m:r>
                      </m:sup>
                      <m:e>
                        <m:r>
                          <a:rPr lang="en-IN">
                            <a:latin typeface="Cambria Math" panose="02040503050406030204" pitchFamily="18" charset="0"/>
                          </a:rPr>
                          <m:t>|</m:t>
                        </m:r>
                      </m:e>
                    </m:nary>
                    <m:r>
                      <a:rPr lang="en-IN" i="1">
                        <a:latin typeface="Cambria Math" panose="02040503050406030204" pitchFamily="18" charset="0"/>
                      </a:rPr>
                      <m:t>𝑦</m:t>
                    </m:r>
                    <m:r>
                      <a:rPr lang="en-IN">
                        <a:latin typeface="Cambria Math" panose="02040503050406030204" pitchFamily="18" charset="0"/>
                      </a:rPr>
                      <m:t>| </m:t>
                    </m:r>
                    <m:r>
                      <a:rPr lang="en-IN" i="1">
                        <a:latin typeface="Cambria Math" panose="02040503050406030204" pitchFamily="18" charset="0"/>
                      </a:rPr>
                      <m:t>𝑑𝑥</m:t>
                    </m:r>
                    <m:r>
                      <a:rPr lang="en-IN">
                        <a:latin typeface="Cambria Math" panose="02040503050406030204" pitchFamily="18" charset="0"/>
                      </a:rPr>
                      <m:t>=</m:t>
                    </m:r>
                    <m:nary>
                      <m:naryPr>
                        <m:limLoc m:val="subSup"/>
                        <m:ctrlPr>
                          <a:rPr lang="en-IN">
                            <a:latin typeface="Cambria Math" panose="02040503050406030204" pitchFamily="18" charset="0"/>
                          </a:rPr>
                        </m:ctrlPr>
                      </m:naryPr>
                      <m:sub>
                        <m:r>
                          <a:rPr lang="en-IN">
                            <a:latin typeface="Cambria Math" panose="02040503050406030204" pitchFamily="18" charset="0"/>
                          </a:rPr>
                          <m:t>0</m:t>
                        </m:r>
                      </m:sub>
                      <m:sup>
                        <m:r>
                          <a:rPr lang="en-IN" i="1">
                            <a:latin typeface="Cambria Math" panose="02040503050406030204" pitchFamily="18" charset="0"/>
                          </a:rPr>
                          <m:t>𝜋</m:t>
                        </m:r>
                      </m:sup>
                      <m:e>
                        <m:r>
                          <a:rPr lang="en-IN" i="1">
                            <a:latin typeface="Cambria Math" panose="02040503050406030204" pitchFamily="18" charset="0"/>
                          </a:rPr>
                          <m:t>𝑦</m:t>
                        </m:r>
                      </m:e>
                    </m:nary>
                    <m:r>
                      <a:rPr lang="en-IN">
                        <a:latin typeface="Cambria Math" panose="02040503050406030204" pitchFamily="18" charset="0"/>
                      </a:rPr>
                      <m:t> </m:t>
                    </m:r>
                    <m:r>
                      <a:rPr lang="en-IN" i="1">
                        <a:latin typeface="Cambria Math" panose="02040503050406030204" pitchFamily="18" charset="0"/>
                      </a:rPr>
                      <m:t>𝑑𝑥</m:t>
                    </m:r>
                    <m:r>
                      <a:rPr lang="en-IN">
                        <a:latin typeface="Cambria Math" panose="02040503050406030204" pitchFamily="18" charset="0"/>
                      </a:rPr>
                      <m:t> </m:t>
                    </m:r>
                    <m:d>
                      <m:dPr>
                        <m:begChr m:val="["/>
                        <m:endChr m:val="]"/>
                        <m:ctrlPr>
                          <a:rPr lang="en-IN">
                            <a:latin typeface="Cambria Math" panose="02040503050406030204" pitchFamily="18" charset="0"/>
                          </a:rPr>
                        </m:ctrlPr>
                      </m:dPr>
                      <m:e>
                        <m:r>
                          <a:rPr lang="en-IN">
                            <a:latin typeface="Cambria Math" panose="02040503050406030204" pitchFamily="18" charset="0"/>
                          </a:rPr>
                          <m:t>∵</m:t>
                        </m:r>
                        <m:r>
                          <a:rPr lang="en-IN" i="1">
                            <a:latin typeface="Cambria Math" panose="02040503050406030204" pitchFamily="18" charset="0"/>
                          </a:rPr>
                          <m:t>𝑦</m:t>
                        </m:r>
                        <m:r>
                          <a:rPr lang="en-IN">
                            <a:latin typeface="Cambria Math" panose="02040503050406030204" pitchFamily="18" charset="0"/>
                          </a:rPr>
                          <m:t>≥0∴|</m:t>
                        </m:r>
                        <m:r>
                          <a:rPr lang="en-IN" i="1">
                            <a:latin typeface="Cambria Math" panose="02040503050406030204" pitchFamily="18" charset="0"/>
                          </a:rPr>
                          <m:t>𝑦</m:t>
                        </m:r>
                        <m:r>
                          <a:rPr lang="en-IN">
                            <a:latin typeface="Cambria Math" panose="02040503050406030204" pitchFamily="18" charset="0"/>
                          </a:rPr>
                          <m:t>|=</m:t>
                        </m:r>
                        <m:r>
                          <a:rPr lang="en-IN" i="1">
                            <a:latin typeface="Cambria Math" panose="02040503050406030204" pitchFamily="18" charset="0"/>
                          </a:rPr>
                          <m:t>𝑦</m:t>
                        </m:r>
                      </m:e>
                    </m:d>
                  </m:oMath>
                </a14:m>
                <a:endParaRPr lang="en-IN" dirty="0">
                  <a:latin typeface="Segoe Print" panose="02000600000000000000" pitchFamily="2" charset="0"/>
                </a:endParaRPr>
              </a:p>
              <a:p>
                <a:r>
                  <a:rPr lang="en-IN" dirty="0"/>
                  <a:t> </a:t>
                </a:r>
                <a14:m>
                  <m:oMath xmlns:m="http://schemas.openxmlformats.org/officeDocument/2006/math">
                    <m:r>
                      <a:rPr lang="en-IN">
                        <a:latin typeface="Cambria Math" panose="02040503050406030204" pitchFamily="18" charset="0"/>
                      </a:rPr>
                      <m:t>⇒</m:t>
                    </m:r>
                    <m:r>
                      <a:rPr lang="en-IN" i="1">
                        <a:latin typeface="Cambria Math" panose="02040503050406030204" pitchFamily="18" charset="0"/>
                      </a:rPr>
                      <m:t>𝐴</m:t>
                    </m:r>
                    <m:r>
                      <a:rPr lang="en-IN">
                        <a:latin typeface="Cambria Math" panose="02040503050406030204" pitchFamily="18" charset="0"/>
                      </a:rPr>
                      <m:t>=</m:t>
                    </m:r>
                    <m:nary>
                      <m:naryPr>
                        <m:limLoc m:val="subSup"/>
                        <m:ctrlPr>
                          <a:rPr lang="en-IN">
                            <a:latin typeface="Cambria Math" panose="02040503050406030204" pitchFamily="18" charset="0"/>
                          </a:rPr>
                        </m:ctrlPr>
                      </m:naryPr>
                      <m:sub>
                        <m:r>
                          <a:rPr lang="en-IN">
                            <a:latin typeface="Cambria Math" panose="02040503050406030204" pitchFamily="18" charset="0"/>
                          </a:rPr>
                          <m:t>0</m:t>
                        </m:r>
                      </m:sub>
                      <m:sup>
                        <m:r>
                          <a:rPr lang="en-IN" i="1">
                            <a:latin typeface="Cambria Math" panose="02040503050406030204" pitchFamily="18" charset="0"/>
                          </a:rPr>
                          <m:t>𝜋</m:t>
                        </m:r>
                      </m:sup>
                      <m:e>
                        <m:func>
                          <m:funcPr>
                            <m:ctrlPr>
                              <a:rPr lang="en-IN" i="1">
                                <a:latin typeface="Cambria Math" panose="02040503050406030204" pitchFamily="18" charset="0"/>
                              </a:rPr>
                            </m:ctrlPr>
                          </m:funcPr>
                          <m:fName>
                            <m:sSup>
                              <m:sSupPr>
                                <m:ctrlPr>
                                  <a:rPr lang="en-IN">
                                    <a:latin typeface="Cambria Math" panose="02040503050406030204" pitchFamily="18" charset="0"/>
                                  </a:rPr>
                                </m:ctrlPr>
                              </m:sSupPr>
                              <m:e>
                                <m:r>
                                  <m:rPr>
                                    <m:sty m:val="p"/>
                                  </m:rPr>
                                  <a:rPr lang="en-IN">
                                    <a:latin typeface="Cambria Math" panose="02040503050406030204" pitchFamily="18" charset="0"/>
                                  </a:rPr>
                                  <m:t>cos</m:t>
                                </m:r>
                              </m:e>
                              <m:sup>
                                <m:r>
                                  <a:rPr lang="en-IN">
                                    <a:latin typeface="Cambria Math" panose="02040503050406030204" pitchFamily="18" charset="0"/>
                                  </a:rPr>
                                  <m:t>2</m:t>
                                </m:r>
                              </m:sup>
                            </m:sSup>
                          </m:fName>
                          <m:e>
                            <m:r>
                              <a:rPr lang="en-IN" i="1">
                                <a:latin typeface="Cambria Math" panose="02040503050406030204" pitchFamily="18" charset="0"/>
                              </a:rPr>
                              <m:t>𝑥</m:t>
                            </m:r>
                          </m:e>
                        </m:func>
                      </m:e>
                    </m:nary>
                    <m:r>
                      <a:rPr lang="en-IN">
                        <a:latin typeface="Cambria Math" panose="02040503050406030204" pitchFamily="18" charset="0"/>
                      </a:rPr>
                      <m:t> </m:t>
                    </m:r>
                    <m:r>
                      <a:rPr lang="en-IN" i="1">
                        <a:latin typeface="Cambria Math" panose="02040503050406030204" pitchFamily="18" charset="0"/>
                      </a:rPr>
                      <m:t>𝑑𝑥</m:t>
                    </m:r>
                    <m:r>
                      <a:rPr lang="en-IN">
                        <a:latin typeface="Cambria Math" panose="02040503050406030204" pitchFamily="18" charset="0"/>
                      </a:rPr>
                      <m:t> </m:t>
                    </m:r>
                    <m:d>
                      <m:dPr>
                        <m:begChr m:val="["/>
                        <m:endChr m:val="]"/>
                        <m:ctrlPr>
                          <a:rPr lang="en-IN">
                            <a:latin typeface="Cambria Math" panose="02040503050406030204" pitchFamily="18" charset="0"/>
                          </a:rPr>
                        </m:ctrlPr>
                      </m:dPr>
                      <m:e>
                        <m:r>
                          <a:rPr lang="en-IN">
                            <a:latin typeface="Cambria Math" panose="02040503050406030204" pitchFamily="18" charset="0"/>
                          </a:rPr>
                          <m:t>∵</m:t>
                        </m:r>
                        <m:r>
                          <a:rPr lang="en-IN" i="1">
                            <a:latin typeface="Cambria Math" panose="02040503050406030204" pitchFamily="18" charset="0"/>
                          </a:rPr>
                          <m:t>𝑃</m:t>
                        </m:r>
                        <m:d>
                          <m:dPr>
                            <m:ctrlPr>
                              <a:rPr lang="en-IN" i="1">
                                <a:latin typeface="Cambria Math" panose="02040503050406030204" pitchFamily="18" charset="0"/>
                              </a:rPr>
                            </m:ctrlPr>
                          </m:dPr>
                          <m:e>
                            <m:r>
                              <a:rPr lang="en-IN" i="1">
                                <a:latin typeface="Cambria Math" panose="02040503050406030204" pitchFamily="18" charset="0"/>
                              </a:rPr>
                              <m:t>𝑥</m:t>
                            </m:r>
                            <m:r>
                              <a:rPr lang="en-IN">
                                <a:latin typeface="Cambria Math" panose="02040503050406030204" pitchFamily="18" charset="0"/>
                              </a:rPr>
                              <m:t>,</m:t>
                            </m:r>
                            <m:r>
                              <a:rPr lang="en-IN" i="1">
                                <a:latin typeface="Cambria Math" panose="02040503050406030204" pitchFamily="18" charset="0"/>
                              </a:rPr>
                              <m:t>𝑦</m:t>
                            </m:r>
                          </m:e>
                        </m:d>
                        <m:r>
                          <m:rPr>
                            <m:nor/>
                          </m:rPr>
                          <a:rPr lang="en-IN" i="0">
                            <a:latin typeface="Segoe Print" panose="02000600000000000000" pitchFamily="2" charset="0"/>
                          </a:rPr>
                          <m:t> lies on </m:t>
                        </m:r>
                        <m:r>
                          <a:rPr lang="en-IN" i="1">
                            <a:latin typeface="Cambria Math" panose="02040503050406030204" pitchFamily="18" charset="0"/>
                          </a:rPr>
                          <m:t>𝑦</m:t>
                        </m:r>
                        <m:r>
                          <a:rPr lang="en-IN">
                            <a:latin typeface="Cambria Math" panose="02040503050406030204" pitchFamily="18" charset="0"/>
                          </a:rPr>
                          <m:t>=</m:t>
                        </m:r>
                        <m:func>
                          <m:funcPr>
                            <m:ctrlPr>
                              <a:rPr lang="en-IN" i="1">
                                <a:latin typeface="Cambria Math" panose="02040503050406030204" pitchFamily="18" charset="0"/>
                              </a:rPr>
                            </m:ctrlPr>
                          </m:funcPr>
                          <m:fName>
                            <m:sSup>
                              <m:sSupPr>
                                <m:ctrlPr>
                                  <a:rPr lang="en-IN">
                                    <a:latin typeface="Cambria Math" panose="02040503050406030204" pitchFamily="18" charset="0"/>
                                  </a:rPr>
                                </m:ctrlPr>
                              </m:sSupPr>
                              <m:e>
                                <m:r>
                                  <m:rPr>
                                    <m:sty m:val="p"/>
                                  </m:rPr>
                                  <a:rPr lang="en-IN">
                                    <a:latin typeface="Cambria Math" panose="02040503050406030204" pitchFamily="18" charset="0"/>
                                  </a:rPr>
                                  <m:t>cos</m:t>
                                </m:r>
                              </m:e>
                              <m:sup>
                                <m:r>
                                  <a:rPr lang="en-IN">
                                    <a:latin typeface="Cambria Math" panose="02040503050406030204" pitchFamily="18" charset="0"/>
                                  </a:rPr>
                                  <m:t>2</m:t>
                                </m:r>
                              </m:sup>
                            </m:sSup>
                          </m:fName>
                          <m:e>
                            <m:r>
                              <a:rPr lang="en-IN" i="1">
                                <a:latin typeface="Cambria Math" panose="02040503050406030204" pitchFamily="18" charset="0"/>
                              </a:rPr>
                              <m:t>𝑥</m:t>
                            </m:r>
                          </m:e>
                        </m:func>
                      </m:e>
                    </m:d>
                  </m:oMath>
                </a14:m>
                <a:endParaRPr lang="en-IN" dirty="0">
                  <a:latin typeface="Segoe Print" panose="02000600000000000000" pitchFamily="2" charset="0"/>
                </a:endParaRPr>
              </a:p>
              <a:p>
                <a:r>
                  <a:rPr lang="en-IN" dirty="0"/>
                  <a:t> </a:t>
                </a:r>
                <a14:m>
                  <m:oMath xmlns:m="http://schemas.openxmlformats.org/officeDocument/2006/math">
                    <m:r>
                      <a:rPr lang="en-IN">
                        <a:latin typeface="Cambria Math" panose="02040503050406030204" pitchFamily="18" charset="0"/>
                      </a:rPr>
                      <m:t>⇒</m:t>
                    </m:r>
                    <m:r>
                      <a:rPr lang="en-IN" i="1">
                        <a:latin typeface="Cambria Math" panose="02040503050406030204" pitchFamily="18" charset="0"/>
                      </a:rPr>
                      <m:t>𝐴</m:t>
                    </m:r>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1</m:t>
                        </m:r>
                      </m:num>
                      <m:den>
                        <m:r>
                          <a:rPr lang="en-IN">
                            <a:latin typeface="Cambria Math" panose="02040503050406030204" pitchFamily="18" charset="0"/>
                          </a:rPr>
                          <m:t>2</m:t>
                        </m:r>
                      </m:den>
                    </m:f>
                    <m:nary>
                      <m:naryPr>
                        <m:limLoc m:val="subSup"/>
                        <m:ctrlPr>
                          <a:rPr lang="en-IN">
                            <a:latin typeface="Cambria Math" panose="02040503050406030204" pitchFamily="18" charset="0"/>
                          </a:rPr>
                        </m:ctrlPr>
                      </m:naryPr>
                      <m:sub>
                        <m:r>
                          <a:rPr lang="en-IN">
                            <a:latin typeface="Cambria Math" panose="02040503050406030204" pitchFamily="18" charset="0"/>
                          </a:rPr>
                          <m:t>0</m:t>
                        </m:r>
                      </m:sub>
                      <m:sup>
                        <m:r>
                          <a:rPr lang="en-IN" i="1">
                            <a:latin typeface="Cambria Math" panose="02040503050406030204" pitchFamily="18" charset="0"/>
                          </a:rPr>
                          <m:t>𝜋</m:t>
                        </m:r>
                      </m:sup>
                      <m:e>
                        <m:d>
                          <m:dPr>
                            <m:ctrlPr>
                              <a:rPr lang="en-IN">
                                <a:latin typeface="Cambria Math" panose="02040503050406030204" pitchFamily="18" charset="0"/>
                              </a:rPr>
                            </m:ctrlPr>
                          </m:dPr>
                          <m:e>
                            <m:r>
                              <a:rPr lang="en-IN">
                                <a:latin typeface="Cambria Math" panose="02040503050406030204" pitchFamily="18" charset="0"/>
                              </a:rPr>
                              <m:t>1+</m:t>
                            </m:r>
                            <m:func>
                              <m:funcPr>
                                <m:ctrlPr>
                                  <a:rPr lang="en-IN">
                                    <a:latin typeface="Cambria Math" panose="02040503050406030204" pitchFamily="18" charset="0"/>
                                  </a:rPr>
                                </m:ctrlPr>
                              </m:funcPr>
                              <m:fName>
                                <m:r>
                                  <m:rPr>
                                    <m:sty m:val="p"/>
                                  </m:rPr>
                                  <a:rPr lang="en-IN">
                                    <a:latin typeface="Cambria Math" panose="02040503050406030204" pitchFamily="18" charset="0"/>
                                  </a:rPr>
                                  <m:t>cos</m:t>
                                </m:r>
                              </m:fName>
                              <m:e>
                                <m:r>
                                  <a:rPr lang="en-IN">
                                    <a:latin typeface="Cambria Math" panose="02040503050406030204" pitchFamily="18" charset="0"/>
                                  </a:rPr>
                                  <m:t>2</m:t>
                                </m:r>
                              </m:e>
                            </m:func>
                            <m:r>
                              <a:rPr lang="en-IN" i="1">
                                <a:latin typeface="Cambria Math" panose="02040503050406030204" pitchFamily="18" charset="0"/>
                              </a:rPr>
                              <m:t>𝑥</m:t>
                            </m:r>
                          </m:e>
                        </m:d>
                      </m:e>
                    </m:nary>
                    <m:r>
                      <a:rPr lang="en-IN">
                        <a:latin typeface="Cambria Math" panose="02040503050406030204" pitchFamily="18" charset="0"/>
                      </a:rPr>
                      <m:t> </m:t>
                    </m:r>
                    <m:r>
                      <a:rPr lang="en-IN" i="1">
                        <a:latin typeface="Cambria Math" panose="02040503050406030204" pitchFamily="18" charset="0"/>
                      </a:rPr>
                      <m:t>𝑑𝑥</m:t>
                    </m:r>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1</m:t>
                        </m:r>
                      </m:num>
                      <m:den>
                        <m:r>
                          <a:rPr lang="en-IN">
                            <a:latin typeface="Cambria Math" panose="02040503050406030204" pitchFamily="18" charset="0"/>
                          </a:rPr>
                          <m:t>2</m:t>
                        </m:r>
                      </m:den>
                    </m:f>
                    <m:sSubSup>
                      <m:sSubSupPr>
                        <m:ctrlPr>
                          <a:rPr lang="en-IN" i="1">
                            <a:latin typeface="Cambria Math" panose="02040503050406030204" pitchFamily="18" charset="0"/>
                          </a:rPr>
                        </m:ctrlPr>
                      </m:sSubSupPr>
                      <m:e>
                        <m:d>
                          <m:dPr>
                            <m:begChr m:val="["/>
                            <m:endChr m:val="]"/>
                            <m:ctrlPr>
                              <a:rPr lang="en-IN" i="1">
                                <a:latin typeface="Cambria Math" panose="02040503050406030204" pitchFamily="18" charset="0"/>
                              </a:rPr>
                            </m:ctrlPr>
                          </m:dPr>
                          <m:e>
                            <m:r>
                              <a:rPr lang="en-IN" i="1">
                                <a:latin typeface="Cambria Math" panose="02040503050406030204" pitchFamily="18" charset="0"/>
                              </a:rPr>
                              <m:t>𝑥</m:t>
                            </m:r>
                            <m:r>
                              <a:rPr lang="en-IN">
                                <a:latin typeface="Cambria Math" panose="02040503050406030204" pitchFamily="18" charset="0"/>
                              </a:rPr>
                              <m:t>+</m:t>
                            </m:r>
                            <m:f>
                              <m:fPr>
                                <m:ctrlPr>
                                  <a:rPr lang="en-IN" i="1">
                                    <a:latin typeface="Cambria Math" panose="02040503050406030204" pitchFamily="18" charset="0"/>
                                  </a:rPr>
                                </m:ctrlPr>
                              </m:fPr>
                              <m:num>
                                <m:func>
                                  <m:funcPr>
                                    <m:ctrlPr>
                                      <a:rPr lang="en-IN">
                                        <a:latin typeface="Cambria Math" panose="02040503050406030204" pitchFamily="18" charset="0"/>
                                      </a:rPr>
                                    </m:ctrlPr>
                                  </m:funcPr>
                                  <m:fName>
                                    <m:r>
                                      <m:rPr>
                                        <m:sty m:val="p"/>
                                      </m:rPr>
                                      <a:rPr lang="en-IN">
                                        <a:latin typeface="Cambria Math" panose="02040503050406030204" pitchFamily="18" charset="0"/>
                                      </a:rPr>
                                      <m:t>sin</m:t>
                                    </m:r>
                                  </m:fName>
                                  <m:e>
                                    <m:r>
                                      <a:rPr lang="en-IN">
                                        <a:latin typeface="Cambria Math" panose="02040503050406030204" pitchFamily="18" charset="0"/>
                                      </a:rPr>
                                      <m:t>2</m:t>
                                    </m:r>
                                  </m:e>
                                </m:func>
                                <m:r>
                                  <a:rPr lang="en-IN" i="1">
                                    <a:latin typeface="Cambria Math" panose="02040503050406030204" pitchFamily="18" charset="0"/>
                                  </a:rPr>
                                  <m:t>𝑥</m:t>
                                </m:r>
                              </m:num>
                              <m:den>
                                <m:r>
                                  <a:rPr lang="en-IN">
                                    <a:latin typeface="Cambria Math" panose="02040503050406030204" pitchFamily="18" charset="0"/>
                                  </a:rPr>
                                  <m:t>2</m:t>
                                </m:r>
                              </m:den>
                            </m:f>
                          </m:e>
                        </m:d>
                      </m:e>
                      <m:sub>
                        <m:r>
                          <a:rPr lang="en-IN">
                            <a:latin typeface="Cambria Math" panose="02040503050406030204" pitchFamily="18" charset="0"/>
                          </a:rPr>
                          <m:t>0</m:t>
                        </m:r>
                      </m:sub>
                      <m:sup>
                        <m:r>
                          <a:rPr lang="en-IN" i="1">
                            <a:latin typeface="Cambria Math" panose="02040503050406030204" pitchFamily="18" charset="0"/>
                          </a:rPr>
                          <m:t>𝜋</m:t>
                        </m:r>
                      </m:sup>
                    </m:sSubSup>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1</m:t>
                        </m:r>
                      </m:num>
                      <m:den>
                        <m:r>
                          <a:rPr lang="en-IN">
                            <a:latin typeface="Cambria Math" panose="02040503050406030204" pitchFamily="18" charset="0"/>
                          </a:rPr>
                          <m:t>2</m:t>
                        </m:r>
                      </m:den>
                    </m:f>
                    <m:d>
                      <m:dPr>
                        <m:begChr m:val="["/>
                        <m:endChr m:val="]"/>
                        <m:ctrlPr>
                          <a:rPr lang="en-IN" i="1">
                            <a:latin typeface="Cambria Math" panose="02040503050406030204" pitchFamily="18" charset="0"/>
                          </a:rPr>
                        </m:ctrlPr>
                      </m:dPr>
                      <m:e>
                        <m:d>
                          <m:dPr>
                            <m:ctrlPr>
                              <a:rPr lang="en-IN" i="1">
                                <a:latin typeface="Cambria Math" panose="02040503050406030204" pitchFamily="18" charset="0"/>
                              </a:rPr>
                            </m:ctrlPr>
                          </m:dPr>
                          <m:e>
                            <m:r>
                              <a:rPr lang="en-IN" i="1">
                                <a:latin typeface="Cambria Math" panose="02040503050406030204" pitchFamily="18" charset="0"/>
                              </a:rPr>
                              <m:t>𝜋</m:t>
                            </m:r>
                            <m:r>
                              <a:rPr lang="en-IN">
                                <a:latin typeface="Cambria Math" panose="02040503050406030204" pitchFamily="18" charset="0"/>
                              </a:rPr>
                              <m:t>+</m:t>
                            </m:r>
                            <m:f>
                              <m:fPr>
                                <m:ctrlPr>
                                  <a:rPr lang="en-IN" i="1">
                                    <a:latin typeface="Cambria Math" panose="02040503050406030204" pitchFamily="18" charset="0"/>
                                  </a:rPr>
                                </m:ctrlPr>
                              </m:fPr>
                              <m:num>
                                <m:func>
                                  <m:funcPr>
                                    <m:ctrlPr>
                                      <a:rPr lang="en-IN">
                                        <a:latin typeface="Cambria Math" panose="02040503050406030204" pitchFamily="18" charset="0"/>
                                      </a:rPr>
                                    </m:ctrlPr>
                                  </m:funcPr>
                                  <m:fName>
                                    <m:r>
                                      <m:rPr>
                                        <m:sty m:val="p"/>
                                      </m:rPr>
                                      <a:rPr lang="en-IN">
                                        <a:latin typeface="Cambria Math" panose="02040503050406030204" pitchFamily="18" charset="0"/>
                                      </a:rPr>
                                      <m:t>sin</m:t>
                                    </m:r>
                                  </m:fName>
                                  <m:e>
                                    <m:r>
                                      <a:rPr lang="en-IN">
                                        <a:latin typeface="Cambria Math" panose="02040503050406030204" pitchFamily="18" charset="0"/>
                                      </a:rPr>
                                      <m:t>2</m:t>
                                    </m:r>
                                  </m:e>
                                </m:func>
                                <m:r>
                                  <a:rPr lang="en-IN" i="1">
                                    <a:latin typeface="Cambria Math" panose="02040503050406030204" pitchFamily="18" charset="0"/>
                                  </a:rPr>
                                  <m:t>𝜋</m:t>
                                </m:r>
                              </m:num>
                              <m:den>
                                <m:r>
                                  <a:rPr lang="en-IN">
                                    <a:latin typeface="Cambria Math" panose="02040503050406030204" pitchFamily="18" charset="0"/>
                                  </a:rPr>
                                  <m:t>2</m:t>
                                </m:r>
                              </m:den>
                            </m:f>
                          </m:e>
                        </m:d>
                        <m:r>
                          <a:rPr lang="en-IN">
                            <a:latin typeface="Cambria Math" panose="02040503050406030204" pitchFamily="18" charset="0"/>
                          </a:rPr>
                          <m:t>−0</m:t>
                        </m:r>
                      </m:e>
                    </m:d>
                    <m:r>
                      <a:rPr lang="en-IN">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𝜋</m:t>
                        </m:r>
                      </m:num>
                      <m:den>
                        <m:r>
                          <a:rPr lang="en-IN">
                            <a:latin typeface="Cambria Math" panose="02040503050406030204" pitchFamily="18" charset="0"/>
                          </a:rPr>
                          <m:t>2</m:t>
                        </m:r>
                      </m:den>
                    </m:f>
                    <m:r>
                      <m:rPr>
                        <m:nor/>
                      </m:rPr>
                      <a:rPr lang="en-IN" i="0">
                        <a:latin typeface="Segoe Print" panose="02000600000000000000" pitchFamily="2" charset="0"/>
                      </a:rPr>
                      <m:t> sq. units</m:t>
                    </m:r>
                  </m:oMath>
                </a14:m>
                <a:endParaRPr lang="en-IN" dirty="0">
                  <a:latin typeface="Segoe Print" panose="02000600000000000000" pitchFamily="2" charset="0"/>
                </a:endParaRPr>
              </a:p>
            </p:txBody>
          </p:sp>
        </mc:Choice>
        <mc:Fallback xmlns="">
          <p:sp>
            <p:nvSpPr>
              <p:cNvPr id="4" name="TextBox 3">
                <a:extLst>
                  <a:ext uri="{FF2B5EF4-FFF2-40B4-BE49-F238E27FC236}">
                    <a16:creationId xmlns:a16="http://schemas.microsoft.com/office/drawing/2014/main" id="{D36EA59B-F3D3-7F89-CFFC-BCC2AA9EE844}"/>
                  </a:ext>
                </a:extLst>
              </p:cNvPr>
              <p:cNvSpPr txBox="1">
                <a:spLocks noRot="1" noChangeAspect="1" noMove="1" noResize="1" noEditPoints="1" noAdjustHandles="1" noChangeArrowheads="1" noChangeShapeType="1" noTextEdit="1"/>
              </p:cNvSpPr>
              <p:nvPr/>
            </p:nvSpPr>
            <p:spPr>
              <a:xfrm>
                <a:off x="348488" y="1177020"/>
                <a:ext cx="11660632" cy="4053354"/>
              </a:xfrm>
              <a:prstGeom prst="rect">
                <a:avLst/>
              </a:prstGeom>
              <a:blipFill>
                <a:blip r:embed="rId3"/>
                <a:stretch>
                  <a:fillRect l="-418" t="-752" b="-7068"/>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4643D49C-83AE-F90E-0590-D18C8CB7ABC1}"/>
              </a:ext>
            </a:extLst>
          </p:cNvPr>
          <p:cNvPicPr>
            <a:picLocks noChangeAspect="1"/>
          </p:cNvPicPr>
          <p:nvPr/>
        </p:nvPicPr>
        <p:blipFill>
          <a:blip r:embed="rId4"/>
          <a:srcRect t="4612" b="2006"/>
          <a:stretch>
            <a:fillRect/>
          </a:stretch>
        </p:blipFill>
        <p:spPr>
          <a:xfrm>
            <a:off x="8588297" y="3849624"/>
            <a:ext cx="2934109" cy="2295144"/>
          </a:xfrm>
          <a:prstGeom prst="rect">
            <a:avLst/>
          </a:prstGeom>
        </p:spPr>
      </p:pic>
    </p:spTree>
    <p:extLst>
      <p:ext uri="{BB962C8B-B14F-4D97-AF65-F5344CB8AC3E}">
        <p14:creationId xmlns:p14="http://schemas.microsoft.com/office/powerpoint/2010/main" val="34484211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Film Burn</Template>
  <TotalTime>113</TotalTime>
  <Words>2242</Words>
  <Application>Microsoft Office PowerPoint</Application>
  <PresentationFormat>Widescreen</PresentationFormat>
  <Paragraphs>129</Paragraphs>
  <Slides>17</Slides>
  <Notes>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17</vt:i4>
      </vt:variant>
    </vt:vector>
  </HeadingPairs>
  <TitlesOfParts>
    <vt:vector size="28" baseType="lpstr">
      <vt:lpstr>Arial</vt:lpstr>
      <vt:lpstr>Bahnschrift</vt:lpstr>
      <vt:lpstr>Bookman Old Style</vt:lpstr>
      <vt:lpstr>Calibri</vt:lpstr>
      <vt:lpstr>Calibri Light</vt:lpstr>
      <vt:lpstr>Cambria Math</vt:lpstr>
      <vt:lpstr>Open Sans</vt:lpstr>
      <vt:lpstr>Palatino Linotype</vt:lpstr>
      <vt:lpstr>Papyrus</vt:lpstr>
      <vt:lpstr>Segoe Print</vt:lpstr>
      <vt:lpstr>Office Theme</vt:lpstr>
      <vt:lpstr>Areas Of Bounded Regions  - Mathematics -</vt:lpstr>
      <vt:lpstr>1</vt:lpstr>
      <vt:lpstr>Area as a Definite Integral</vt:lpstr>
      <vt:lpstr>Theorem Statement</vt:lpstr>
      <vt:lpstr>Proof </vt:lpstr>
      <vt:lpstr>Area Using Vertical Stripe’s </vt:lpstr>
      <vt:lpstr>PowerPoint Presentation</vt:lpstr>
      <vt:lpstr>PowerPoint Presentation</vt:lpstr>
      <vt:lpstr>PowerPoint Presentation</vt:lpstr>
      <vt:lpstr>Questions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Ishant Kumar</dc:creator>
  <cp:lastModifiedBy>Ishant Kumar</cp:lastModifiedBy>
  <cp:revision>5</cp:revision>
  <dcterms:created xsi:type="dcterms:W3CDTF">2026-10-25T12:35:05Z</dcterms:created>
  <dcterms:modified xsi:type="dcterms:W3CDTF">2026-10-25T23:50:28Z</dcterms:modified>
</cp:coreProperties>
</file>